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 id="274" r:id="rId21"/>
    <p:sldId id="279" r:id="rId22"/>
    <p:sldId id="282" r:id="rId23"/>
    <p:sldId id="276" r:id="rId24"/>
    <p:sldId id="277" r:id="rId25"/>
    <p:sldId id="278" r:id="rId26"/>
    <p:sldId id="280" r:id="rId27"/>
    <p:sldId id="281" r:id="rId2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E6A27A-3D7F-B418-1F16-755E7C058DF0}" v="78" dt="2025-10-12T18:35:49.572"/>
    <p1510:client id="{30C937C0-EBF4-2313-4C27-CCAEAAD13D43}" v="58" dt="2025-10-12T18:09:26.616"/>
    <p1510:client id="{89CA53FD-6A27-2332-0621-F6A9FCC07A5E}" v="9" dt="2025-10-12T18:18:19.355"/>
    <p1510:client id="{B6064D25-CF70-6FF0-C855-B19EF4E2DC14}" v="7" dt="2025-10-12T18:40:39.731"/>
    <p1510:client id="{BA0EAAE3-50F5-7B67-CA8E-9D9EFE1B6517}" v="500" dt="2025-10-12T18:15:44.8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ob Hodgdon" userId="S::jmh1195@usnh.edu::b6f2768b-e1c1-41e2-b316-086bfc6afac7" providerId="AD" clId="Web-{B2AFA723-7B67-9A6D-7C7F-045AA472AC9A}"/>
    <pc:docChg chg="modSld">
      <pc:chgData name="Jacob Hodgdon" userId="S::jmh1195@usnh.edu::b6f2768b-e1c1-41e2-b316-086bfc6afac7" providerId="AD" clId="Web-{B2AFA723-7B67-9A6D-7C7F-045AA472AC9A}" dt="2025-10-06T00:44:14.118" v="4" actId="1076"/>
      <pc:docMkLst>
        <pc:docMk/>
      </pc:docMkLst>
      <pc:sldChg chg="addSp modSp">
        <pc:chgData name="Jacob Hodgdon" userId="S::jmh1195@usnh.edu::b6f2768b-e1c1-41e2-b316-086bfc6afac7" providerId="AD" clId="Web-{B2AFA723-7B67-9A6D-7C7F-045AA472AC9A}" dt="2025-10-06T00:44:14.118" v="4" actId="1076"/>
        <pc:sldMkLst>
          <pc:docMk/>
          <pc:sldMk cId="0" sldId="265"/>
        </pc:sldMkLst>
        <pc:picChg chg="add mod">
          <ac:chgData name="Jacob Hodgdon" userId="S::jmh1195@usnh.edu::b6f2768b-e1c1-41e2-b316-086bfc6afac7" providerId="AD" clId="Web-{B2AFA723-7B67-9A6D-7C7F-045AA472AC9A}" dt="2025-10-06T00:44:14.118" v="4" actId="1076"/>
          <ac:picMkLst>
            <pc:docMk/>
            <pc:sldMk cId="0" sldId="265"/>
            <ac:picMk id="2" creationId="{26188471-45C7-E12B-F08E-561E5232CC60}"/>
          </ac:picMkLst>
        </pc:picChg>
      </pc:sldChg>
    </pc:docChg>
  </pc:docChgLst>
  <pc:docChgLst>
    <pc:chgData name="Quinton Center" userId="73ee0c2e-8f88-42f1-9fd2-ce1f48b33fae" providerId="ADAL" clId="{D4F4F72E-8A7B-438F-9173-EC07ED0A6EB4}"/>
    <pc:docChg chg="custSel addSld modSld">
      <pc:chgData name="Quinton Center" userId="73ee0c2e-8f88-42f1-9fd2-ce1f48b33fae" providerId="ADAL" clId="{D4F4F72E-8A7B-438F-9173-EC07ED0A6EB4}" dt="2025-10-12T18:35:55.601" v="292" actId="20577"/>
      <pc:docMkLst>
        <pc:docMk/>
      </pc:docMkLst>
      <pc:sldChg chg="addSp delSp modSp new mod modClrScheme chgLayout">
        <pc:chgData name="Quinton Center" userId="73ee0c2e-8f88-42f1-9fd2-ce1f48b33fae" providerId="ADAL" clId="{D4F4F72E-8A7B-438F-9173-EC07ED0A6EB4}" dt="2025-10-12T18:25:07.306" v="38" actId="20577"/>
        <pc:sldMkLst>
          <pc:docMk/>
          <pc:sldMk cId="1610716985" sldId="280"/>
        </pc:sldMkLst>
        <pc:spChg chg="del mod ord">
          <ac:chgData name="Quinton Center" userId="73ee0c2e-8f88-42f1-9fd2-ce1f48b33fae" providerId="ADAL" clId="{D4F4F72E-8A7B-438F-9173-EC07ED0A6EB4}" dt="2025-10-12T18:24:53.232" v="1" actId="700"/>
          <ac:spMkLst>
            <pc:docMk/>
            <pc:sldMk cId="1610716985" sldId="280"/>
            <ac:spMk id="2" creationId="{A907A990-FB1A-F7C2-CD63-500130FF27F0}"/>
          </ac:spMkLst>
        </pc:spChg>
        <pc:spChg chg="del mod ord">
          <ac:chgData name="Quinton Center" userId="73ee0c2e-8f88-42f1-9fd2-ce1f48b33fae" providerId="ADAL" clId="{D4F4F72E-8A7B-438F-9173-EC07ED0A6EB4}" dt="2025-10-12T18:24:53.232" v="1" actId="700"/>
          <ac:spMkLst>
            <pc:docMk/>
            <pc:sldMk cId="1610716985" sldId="280"/>
            <ac:spMk id="3" creationId="{16703D09-6787-7147-CE9A-BA1114B74888}"/>
          </ac:spMkLst>
        </pc:spChg>
        <pc:spChg chg="add del mod ord">
          <ac:chgData name="Quinton Center" userId="73ee0c2e-8f88-42f1-9fd2-ce1f48b33fae" providerId="ADAL" clId="{D4F4F72E-8A7B-438F-9173-EC07ED0A6EB4}" dt="2025-10-12T18:24:57.274" v="2" actId="700"/>
          <ac:spMkLst>
            <pc:docMk/>
            <pc:sldMk cId="1610716985" sldId="280"/>
            <ac:spMk id="4" creationId="{827772D2-C9C0-54FD-F535-4A3B78C91770}"/>
          </ac:spMkLst>
        </pc:spChg>
        <pc:spChg chg="add del mod ord">
          <ac:chgData name="Quinton Center" userId="73ee0c2e-8f88-42f1-9fd2-ce1f48b33fae" providerId="ADAL" clId="{D4F4F72E-8A7B-438F-9173-EC07ED0A6EB4}" dt="2025-10-12T18:24:57.274" v="2" actId="700"/>
          <ac:spMkLst>
            <pc:docMk/>
            <pc:sldMk cId="1610716985" sldId="280"/>
            <ac:spMk id="5" creationId="{616995AE-EE00-8FCB-4015-729553BF3C47}"/>
          </ac:spMkLst>
        </pc:spChg>
        <pc:spChg chg="add mod ord">
          <ac:chgData name="Quinton Center" userId="73ee0c2e-8f88-42f1-9fd2-ce1f48b33fae" providerId="ADAL" clId="{D4F4F72E-8A7B-438F-9173-EC07ED0A6EB4}" dt="2025-10-12T18:25:07.306" v="38" actId="20577"/>
          <ac:spMkLst>
            <pc:docMk/>
            <pc:sldMk cId="1610716985" sldId="280"/>
            <ac:spMk id="6" creationId="{7C1DB54B-C119-9563-8A95-39C21766DBD4}"/>
          </ac:spMkLst>
        </pc:spChg>
      </pc:sldChg>
      <pc:sldChg chg="addSp delSp modSp new mod modClrScheme chgLayout">
        <pc:chgData name="Quinton Center" userId="73ee0c2e-8f88-42f1-9fd2-ce1f48b33fae" providerId="ADAL" clId="{D4F4F72E-8A7B-438F-9173-EC07ED0A6EB4}" dt="2025-10-12T18:35:55.601" v="292" actId="20577"/>
        <pc:sldMkLst>
          <pc:docMk/>
          <pc:sldMk cId="1395623033" sldId="281"/>
        </pc:sldMkLst>
        <pc:spChg chg="del mod ord">
          <ac:chgData name="Quinton Center" userId="73ee0c2e-8f88-42f1-9fd2-ce1f48b33fae" providerId="ADAL" clId="{D4F4F72E-8A7B-438F-9173-EC07ED0A6EB4}" dt="2025-10-12T18:25:18.064" v="40" actId="700"/>
          <ac:spMkLst>
            <pc:docMk/>
            <pc:sldMk cId="1395623033" sldId="281"/>
            <ac:spMk id="2" creationId="{33AF5703-BF5F-D9CE-EEF8-921BD5F56CBC}"/>
          </ac:spMkLst>
        </pc:spChg>
        <pc:spChg chg="add mod ord">
          <ac:chgData name="Quinton Center" userId="73ee0c2e-8f88-42f1-9fd2-ce1f48b33fae" providerId="ADAL" clId="{D4F4F72E-8A7B-438F-9173-EC07ED0A6EB4}" dt="2025-10-12T18:25:41.494" v="70" actId="20577"/>
          <ac:spMkLst>
            <pc:docMk/>
            <pc:sldMk cId="1395623033" sldId="281"/>
            <ac:spMk id="3" creationId="{35A219D8-5CF8-E6A2-25F9-41DC305563AD}"/>
          </ac:spMkLst>
        </pc:spChg>
        <pc:spChg chg="add mod ord">
          <ac:chgData name="Quinton Center" userId="73ee0c2e-8f88-42f1-9fd2-ce1f48b33fae" providerId="ADAL" clId="{D4F4F72E-8A7B-438F-9173-EC07ED0A6EB4}" dt="2025-10-12T18:35:55.601" v="292" actId="20577"/>
          <ac:spMkLst>
            <pc:docMk/>
            <pc:sldMk cId="1395623033" sldId="281"/>
            <ac:spMk id="4" creationId="{E6A701B0-F481-071D-F352-FD9A304D7325}"/>
          </ac:spMkLst>
        </pc:spChg>
      </pc:sldChg>
    </pc:docChg>
  </pc:docChgLst>
  <pc:docChgLst>
    <pc:chgData name="Zachary Dubuc" userId="S::zad1006@usnh.edu::412f0286-ba95-41a3-9ce0-1d29e99e2bb7" providerId="AD" clId="Web-{BA0EAAE3-50F5-7B67-CA8E-9D9EFE1B6517}"/>
    <pc:docChg chg="addSld modSld sldOrd">
      <pc:chgData name="Zachary Dubuc" userId="S::zad1006@usnh.edu::412f0286-ba95-41a3-9ce0-1d29e99e2bb7" providerId="AD" clId="Web-{BA0EAAE3-50F5-7B67-CA8E-9D9EFE1B6517}" dt="2025-10-12T18:15:44.580" v="495" actId="20577"/>
      <pc:docMkLst>
        <pc:docMk/>
      </pc:docMkLst>
      <pc:sldChg chg="addSp delSp modSp new">
        <pc:chgData name="Zachary Dubuc" userId="S::zad1006@usnh.edu::412f0286-ba95-41a3-9ce0-1d29e99e2bb7" providerId="AD" clId="Web-{BA0EAAE3-50F5-7B67-CA8E-9D9EFE1B6517}" dt="2025-10-12T18:08:29.901" v="285" actId="1076"/>
        <pc:sldMkLst>
          <pc:docMk/>
          <pc:sldMk cId="822913405" sldId="274"/>
        </pc:sldMkLst>
        <pc:spChg chg="mod">
          <ac:chgData name="Zachary Dubuc" userId="S::zad1006@usnh.edu::412f0286-ba95-41a3-9ce0-1d29e99e2bb7" providerId="AD" clId="Web-{BA0EAAE3-50F5-7B67-CA8E-9D9EFE1B6517}" dt="2025-10-12T18:08:17.197" v="280" actId="1076"/>
          <ac:spMkLst>
            <pc:docMk/>
            <pc:sldMk cId="822913405" sldId="274"/>
            <ac:spMk id="2" creationId="{256DF503-0AEA-422F-212D-45AB0FEB6F90}"/>
          </ac:spMkLst>
        </pc:spChg>
        <pc:spChg chg="mod">
          <ac:chgData name="Zachary Dubuc" userId="S::zad1006@usnh.edu::412f0286-ba95-41a3-9ce0-1d29e99e2bb7" providerId="AD" clId="Web-{BA0EAAE3-50F5-7B67-CA8E-9D9EFE1B6517}" dt="2025-10-12T18:08:20.838" v="281" actId="1076"/>
          <ac:spMkLst>
            <pc:docMk/>
            <pc:sldMk cId="822913405" sldId="274"/>
            <ac:spMk id="3" creationId="{B58E082A-E4E6-C2B6-D033-49B5EA71964E}"/>
          </ac:spMkLst>
        </pc:spChg>
        <pc:picChg chg="add del mod">
          <ac:chgData name="Zachary Dubuc" userId="S::zad1006@usnh.edu::412f0286-ba95-41a3-9ce0-1d29e99e2bb7" providerId="AD" clId="Web-{BA0EAAE3-50F5-7B67-CA8E-9D9EFE1B6517}" dt="2025-10-12T18:07:31.712" v="270"/>
          <ac:picMkLst>
            <pc:docMk/>
            <pc:sldMk cId="822913405" sldId="274"/>
            <ac:picMk id="4" creationId="{49953C1F-43C0-DAFD-C9E3-695B07D50ED1}"/>
          </ac:picMkLst>
        </pc:picChg>
        <pc:picChg chg="add mod">
          <ac:chgData name="Zachary Dubuc" userId="S::zad1006@usnh.edu::412f0286-ba95-41a3-9ce0-1d29e99e2bb7" providerId="AD" clId="Web-{BA0EAAE3-50F5-7B67-CA8E-9D9EFE1B6517}" dt="2025-10-12T18:08:29.901" v="285" actId="1076"/>
          <ac:picMkLst>
            <pc:docMk/>
            <pc:sldMk cId="822913405" sldId="274"/>
            <ac:picMk id="6" creationId="{88CD28CC-A85D-0A5C-71CC-F5A7CBF76878}"/>
          </ac:picMkLst>
        </pc:picChg>
      </pc:sldChg>
      <pc:sldChg chg="modSp add ord replId">
        <pc:chgData name="Zachary Dubuc" userId="S::zad1006@usnh.edu::412f0286-ba95-41a3-9ce0-1d29e99e2bb7" providerId="AD" clId="Web-{BA0EAAE3-50F5-7B67-CA8E-9D9EFE1B6517}" dt="2025-10-12T18:00:29.236" v="3" actId="20577"/>
        <pc:sldMkLst>
          <pc:docMk/>
          <pc:sldMk cId="3248428821" sldId="275"/>
        </pc:sldMkLst>
        <pc:spChg chg="mod">
          <ac:chgData name="Zachary Dubuc" userId="S::zad1006@usnh.edu::412f0286-ba95-41a3-9ce0-1d29e99e2bb7" providerId="AD" clId="Web-{BA0EAAE3-50F5-7B67-CA8E-9D9EFE1B6517}" dt="2025-10-12T18:00:29.236" v="3" actId="20577"/>
          <ac:spMkLst>
            <pc:docMk/>
            <pc:sldMk cId="3248428821" sldId="275"/>
            <ac:spMk id="2" creationId="{980F3EA3-DB18-6E7B-C364-C598AC4DC7A6}"/>
          </ac:spMkLst>
        </pc:spChg>
      </pc:sldChg>
      <pc:sldChg chg="modSp add replId">
        <pc:chgData name="Zachary Dubuc" userId="S::zad1006@usnh.edu::412f0286-ba95-41a3-9ce0-1d29e99e2bb7" providerId="AD" clId="Web-{BA0EAAE3-50F5-7B67-CA8E-9D9EFE1B6517}" dt="2025-10-12T18:15:44.580" v="495" actId="20577"/>
        <pc:sldMkLst>
          <pc:docMk/>
          <pc:sldMk cId="3985723318" sldId="279"/>
        </pc:sldMkLst>
        <pc:spChg chg="mod">
          <ac:chgData name="Zachary Dubuc" userId="S::zad1006@usnh.edu::412f0286-ba95-41a3-9ce0-1d29e99e2bb7" providerId="AD" clId="Web-{BA0EAAE3-50F5-7B67-CA8E-9D9EFE1B6517}" dt="2025-10-12T18:13:23.047" v="290" actId="20577"/>
          <ac:spMkLst>
            <pc:docMk/>
            <pc:sldMk cId="3985723318" sldId="279"/>
            <ac:spMk id="2" creationId="{9661F2E1-9E4A-335E-245B-E9A8BB404B9D}"/>
          </ac:spMkLst>
        </pc:spChg>
        <pc:spChg chg="mod">
          <ac:chgData name="Zachary Dubuc" userId="S::zad1006@usnh.edu::412f0286-ba95-41a3-9ce0-1d29e99e2bb7" providerId="AD" clId="Web-{BA0EAAE3-50F5-7B67-CA8E-9D9EFE1B6517}" dt="2025-10-12T18:15:44.580" v="495" actId="20577"/>
          <ac:spMkLst>
            <pc:docMk/>
            <pc:sldMk cId="3985723318" sldId="279"/>
            <ac:spMk id="3" creationId="{4ADFF8F7-CFA1-35FD-7D4F-53597CA24EC2}"/>
          </ac:spMkLst>
        </pc:spChg>
      </pc:sldChg>
    </pc:docChg>
  </pc:docChgLst>
  <pc:docChgLst>
    <pc:chgData name="Aidan McErlain" userId="S::am1865@usnh.edu::98a0ff2b-c902-483d-8d24-291488dc7d0e" providerId="AD" clId="Web-{0F2949E7-C707-F19C-C79F-769A7B0622FC}"/>
    <pc:docChg chg="addSld modSld">
      <pc:chgData name="Aidan McErlain" userId="S::am1865@usnh.edu::98a0ff2b-c902-483d-8d24-291488dc7d0e" providerId="AD" clId="Web-{0F2949E7-C707-F19C-C79F-769A7B0622FC}" dt="2025-10-10T14:25:45.621" v="421" actId="20577"/>
      <pc:docMkLst>
        <pc:docMk/>
      </pc:docMkLst>
      <pc:sldChg chg="delSp modSp new mod modClrScheme chgLayout">
        <pc:chgData name="Aidan McErlain" userId="S::am1865@usnh.edu::98a0ff2b-c902-483d-8d24-291488dc7d0e" providerId="AD" clId="Web-{0F2949E7-C707-F19C-C79F-769A7B0622FC}" dt="2025-10-10T14:14:43.957" v="9" actId="20577"/>
        <pc:sldMkLst>
          <pc:docMk/>
          <pc:sldMk cId="460522269" sldId="271"/>
        </pc:sldMkLst>
        <pc:spChg chg="mod ord">
          <ac:chgData name="Aidan McErlain" userId="S::am1865@usnh.edu::98a0ff2b-c902-483d-8d24-291488dc7d0e" providerId="AD" clId="Web-{0F2949E7-C707-F19C-C79F-769A7B0622FC}" dt="2025-10-10T14:14:43.957" v="9" actId="20577"/>
          <ac:spMkLst>
            <pc:docMk/>
            <pc:sldMk cId="460522269" sldId="271"/>
            <ac:spMk id="2" creationId="{110B874C-78A8-8D57-537D-7845352FFCAF}"/>
          </ac:spMkLst>
        </pc:spChg>
      </pc:sldChg>
      <pc:sldChg chg="addSp modSp new mod modClrScheme chgLayout">
        <pc:chgData name="Aidan McErlain" userId="S::am1865@usnh.edu::98a0ff2b-c902-483d-8d24-291488dc7d0e" providerId="AD" clId="Web-{0F2949E7-C707-F19C-C79F-769A7B0622FC}" dt="2025-10-10T14:19:19.775" v="250" actId="20577"/>
        <pc:sldMkLst>
          <pc:docMk/>
          <pc:sldMk cId="2790529186" sldId="272"/>
        </pc:sldMkLst>
        <pc:spChg chg="mod ord">
          <ac:chgData name="Aidan McErlain" userId="S::am1865@usnh.edu::98a0ff2b-c902-483d-8d24-291488dc7d0e" providerId="AD" clId="Web-{0F2949E7-C707-F19C-C79F-769A7B0622FC}" dt="2025-10-10T14:15:03.770" v="20" actId="20577"/>
          <ac:spMkLst>
            <pc:docMk/>
            <pc:sldMk cId="2790529186" sldId="272"/>
            <ac:spMk id="2" creationId="{F17416BD-E29E-E083-113D-136E5760600D}"/>
          </ac:spMkLst>
        </pc:spChg>
        <pc:spChg chg="add mod ord">
          <ac:chgData name="Aidan McErlain" userId="S::am1865@usnh.edu::98a0ff2b-c902-483d-8d24-291488dc7d0e" providerId="AD" clId="Web-{0F2949E7-C707-F19C-C79F-769A7B0622FC}" dt="2025-10-10T14:19:19.775" v="250" actId="20577"/>
          <ac:spMkLst>
            <pc:docMk/>
            <pc:sldMk cId="2790529186" sldId="272"/>
            <ac:spMk id="3" creationId="{16728797-16E9-A454-0882-0BFE789D0353}"/>
          </ac:spMkLst>
        </pc:spChg>
      </pc:sldChg>
      <pc:sldChg chg="modSp new">
        <pc:chgData name="Aidan McErlain" userId="S::am1865@usnh.edu::98a0ff2b-c902-483d-8d24-291488dc7d0e" providerId="AD" clId="Web-{0F2949E7-C707-F19C-C79F-769A7B0622FC}" dt="2025-10-10T14:25:45.621" v="421" actId="20577"/>
        <pc:sldMkLst>
          <pc:docMk/>
          <pc:sldMk cId="4174808816" sldId="273"/>
        </pc:sldMkLst>
        <pc:spChg chg="mod">
          <ac:chgData name="Aidan McErlain" userId="S::am1865@usnh.edu::98a0ff2b-c902-483d-8d24-291488dc7d0e" providerId="AD" clId="Web-{0F2949E7-C707-F19C-C79F-769A7B0622FC}" dt="2025-10-10T14:19:44.822" v="265" actId="20577"/>
          <ac:spMkLst>
            <pc:docMk/>
            <pc:sldMk cId="4174808816" sldId="273"/>
            <ac:spMk id="2" creationId="{88FA8DE0-5AD1-E6B1-33B6-A1A37E133E9D}"/>
          </ac:spMkLst>
        </pc:spChg>
        <pc:spChg chg="mod">
          <ac:chgData name="Aidan McErlain" userId="S::am1865@usnh.edu::98a0ff2b-c902-483d-8d24-291488dc7d0e" providerId="AD" clId="Web-{0F2949E7-C707-F19C-C79F-769A7B0622FC}" dt="2025-10-10T14:25:45.621" v="421" actId="20577"/>
          <ac:spMkLst>
            <pc:docMk/>
            <pc:sldMk cId="4174808816" sldId="273"/>
            <ac:spMk id="3" creationId="{AFB29EDE-7D43-9E20-0350-15D6EEEC0E2E}"/>
          </ac:spMkLst>
        </pc:spChg>
      </pc:sldChg>
    </pc:docChg>
  </pc:docChgLst>
  <pc:docChgLst>
    <pc:chgData name="Jacob Hodgdon" userId="S::jmh1195@usnh.edu::b6f2768b-e1c1-41e2-b316-086bfc6afac7" providerId="AD" clId="Web-{89CA53FD-6A27-2332-0621-F6A9FCC07A5E}"/>
    <pc:docChg chg="modSld">
      <pc:chgData name="Jacob Hodgdon" userId="S::jmh1195@usnh.edu::b6f2768b-e1c1-41e2-b316-086bfc6afac7" providerId="AD" clId="Web-{89CA53FD-6A27-2332-0621-F6A9FCC07A5E}" dt="2025-10-12T18:18:19.355" v="7" actId="1076"/>
      <pc:docMkLst>
        <pc:docMk/>
      </pc:docMkLst>
      <pc:sldChg chg="addSp delSp modSp">
        <pc:chgData name="Jacob Hodgdon" userId="S::jmh1195@usnh.edu::b6f2768b-e1c1-41e2-b316-086bfc6afac7" providerId="AD" clId="Web-{89CA53FD-6A27-2332-0621-F6A9FCC07A5E}" dt="2025-10-12T18:18:19.355" v="7" actId="1076"/>
        <pc:sldMkLst>
          <pc:docMk/>
          <pc:sldMk cId="0" sldId="265"/>
        </pc:sldMkLst>
        <pc:spChg chg="mod">
          <ac:chgData name="Jacob Hodgdon" userId="S::jmh1195@usnh.edu::b6f2768b-e1c1-41e2-b316-086bfc6afac7" providerId="AD" clId="Web-{89CA53FD-6A27-2332-0621-F6A9FCC07A5E}" dt="2025-10-12T18:18:15.699" v="6" actId="20577"/>
          <ac:spMkLst>
            <pc:docMk/>
            <pc:sldMk cId="0" sldId="265"/>
            <ac:spMk id="171" creationId="{00000000-0000-0000-0000-000000000000}"/>
          </ac:spMkLst>
        </pc:spChg>
        <pc:picChg chg="del">
          <ac:chgData name="Jacob Hodgdon" userId="S::jmh1195@usnh.edu::b6f2768b-e1c1-41e2-b316-086bfc6afac7" providerId="AD" clId="Web-{89CA53FD-6A27-2332-0621-F6A9FCC07A5E}" dt="2025-10-12T18:17:38.183" v="0"/>
          <ac:picMkLst>
            <pc:docMk/>
            <pc:sldMk cId="0" sldId="265"/>
            <ac:picMk id="2" creationId="{26188471-45C7-E12B-F08E-561E5232CC60}"/>
          </ac:picMkLst>
        </pc:picChg>
        <pc:picChg chg="add mod">
          <ac:chgData name="Jacob Hodgdon" userId="S::jmh1195@usnh.edu::b6f2768b-e1c1-41e2-b316-086bfc6afac7" providerId="AD" clId="Web-{89CA53FD-6A27-2332-0621-F6A9FCC07A5E}" dt="2025-10-12T18:18:19.355" v="7" actId="1076"/>
          <ac:picMkLst>
            <pc:docMk/>
            <pc:sldMk cId="0" sldId="265"/>
            <ac:picMk id="3" creationId="{CE722257-8816-55F0-C5D6-728F7D0E437B}"/>
          </ac:picMkLst>
        </pc:picChg>
      </pc:sldChg>
    </pc:docChg>
  </pc:docChgLst>
  <pc:docChgLst>
    <pc:chgData name="Bohdan Barnett" userId="d0279e3c-c243-4513-967a-82548012b42d" providerId="ADAL" clId="{F89055AB-3FE7-4D77-9B21-217A529403D4}"/>
    <pc:docChg chg="custSel addSld modSld">
      <pc:chgData name="Bohdan Barnett" userId="d0279e3c-c243-4513-967a-82548012b42d" providerId="ADAL" clId="{F89055AB-3FE7-4D77-9B21-217A529403D4}" dt="2025-10-06T22:36:51.362" v="3324" actId="20577"/>
      <pc:docMkLst>
        <pc:docMk/>
      </pc:docMkLst>
      <pc:sldChg chg="modSp new mod">
        <pc:chgData name="Bohdan Barnett" userId="d0279e3c-c243-4513-967a-82548012b42d" providerId="ADAL" clId="{F89055AB-3FE7-4D77-9B21-217A529403D4}" dt="2025-10-06T00:08:09.583" v="35" actId="27636"/>
        <pc:sldMkLst>
          <pc:docMk/>
          <pc:sldMk cId="2808087707" sldId="266"/>
        </pc:sldMkLst>
        <pc:spChg chg="mod">
          <ac:chgData name="Bohdan Barnett" userId="d0279e3c-c243-4513-967a-82548012b42d" providerId="ADAL" clId="{F89055AB-3FE7-4D77-9B21-217A529403D4}" dt="2025-10-06T00:08:09.583" v="35" actId="27636"/>
          <ac:spMkLst>
            <pc:docMk/>
            <pc:sldMk cId="2808087707" sldId="266"/>
            <ac:spMk id="2" creationId="{5B04EA4A-F0FA-D7CD-D9D6-8D8A2C829580}"/>
          </ac:spMkLst>
        </pc:spChg>
      </pc:sldChg>
      <pc:sldChg chg="modSp new mod">
        <pc:chgData name="Bohdan Barnett" userId="d0279e3c-c243-4513-967a-82548012b42d" providerId="ADAL" clId="{F89055AB-3FE7-4D77-9B21-217A529403D4}" dt="2025-10-06T22:18:09.222" v="2792" actId="20577"/>
        <pc:sldMkLst>
          <pc:docMk/>
          <pc:sldMk cId="4118201959" sldId="267"/>
        </pc:sldMkLst>
        <pc:spChg chg="mod">
          <ac:chgData name="Bohdan Barnett" userId="d0279e3c-c243-4513-967a-82548012b42d" providerId="ADAL" clId="{F89055AB-3FE7-4D77-9B21-217A529403D4}" dt="2025-10-06T00:08:36.167" v="58" actId="20577"/>
          <ac:spMkLst>
            <pc:docMk/>
            <pc:sldMk cId="4118201959" sldId="267"/>
            <ac:spMk id="2" creationId="{BC6CFB16-3FF1-0C9C-7E7E-4C26E89F1F95}"/>
          </ac:spMkLst>
        </pc:spChg>
        <pc:spChg chg="mod">
          <ac:chgData name="Bohdan Barnett" userId="d0279e3c-c243-4513-967a-82548012b42d" providerId="ADAL" clId="{F89055AB-3FE7-4D77-9B21-217A529403D4}" dt="2025-10-06T22:18:09.222" v="2792" actId="20577"/>
          <ac:spMkLst>
            <pc:docMk/>
            <pc:sldMk cId="4118201959" sldId="267"/>
            <ac:spMk id="3" creationId="{5CA3E37A-4F0D-EEFE-202A-7D47B78BFE8D}"/>
          </ac:spMkLst>
        </pc:spChg>
      </pc:sldChg>
      <pc:sldChg chg="modSp new mod">
        <pc:chgData name="Bohdan Barnett" userId="d0279e3c-c243-4513-967a-82548012b42d" providerId="ADAL" clId="{F89055AB-3FE7-4D77-9B21-217A529403D4}" dt="2025-10-06T00:31:25.380" v="2262" actId="113"/>
        <pc:sldMkLst>
          <pc:docMk/>
          <pc:sldMk cId="2025205753" sldId="268"/>
        </pc:sldMkLst>
        <pc:spChg chg="mod">
          <ac:chgData name="Bohdan Barnett" userId="d0279e3c-c243-4513-967a-82548012b42d" providerId="ADAL" clId="{F89055AB-3FE7-4D77-9B21-217A529403D4}" dt="2025-10-06T00:14:02.896" v="473" actId="20577"/>
          <ac:spMkLst>
            <pc:docMk/>
            <pc:sldMk cId="2025205753" sldId="268"/>
            <ac:spMk id="2" creationId="{D2EF7F0D-77B4-0D5A-78AF-5FE86875FE37}"/>
          </ac:spMkLst>
        </pc:spChg>
        <pc:spChg chg="mod">
          <ac:chgData name="Bohdan Barnett" userId="d0279e3c-c243-4513-967a-82548012b42d" providerId="ADAL" clId="{F89055AB-3FE7-4D77-9B21-217A529403D4}" dt="2025-10-06T00:31:25.380" v="2262" actId="113"/>
          <ac:spMkLst>
            <pc:docMk/>
            <pc:sldMk cId="2025205753" sldId="268"/>
            <ac:spMk id="3" creationId="{82CCD84B-6B27-F850-68C5-D3B06DB49719}"/>
          </ac:spMkLst>
        </pc:spChg>
      </pc:sldChg>
      <pc:sldChg chg="modSp new mod">
        <pc:chgData name="Bohdan Barnett" userId="d0279e3c-c243-4513-967a-82548012b42d" providerId="ADAL" clId="{F89055AB-3FE7-4D77-9B21-217A529403D4}" dt="2025-10-06T00:31:02.135" v="2257" actId="20577"/>
        <pc:sldMkLst>
          <pc:docMk/>
          <pc:sldMk cId="1672403937" sldId="269"/>
        </pc:sldMkLst>
        <pc:spChg chg="mod">
          <ac:chgData name="Bohdan Barnett" userId="d0279e3c-c243-4513-967a-82548012b42d" providerId="ADAL" clId="{F89055AB-3FE7-4D77-9B21-217A529403D4}" dt="2025-10-06T00:24:08.803" v="1393" actId="20577"/>
          <ac:spMkLst>
            <pc:docMk/>
            <pc:sldMk cId="1672403937" sldId="269"/>
            <ac:spMk id="2" creationId="{18988581-5869-187F-C99F-6B94D090925E}"/>
          </ac:spMkLst>
        </pc:spChg>
        <pc:spChg chg="mod">
          <ac:chgData name="Bohdan Barnett" userId="d0279e3c-c243-4513-967a-82548012b42d" providerId="ADAL" clId="{F89055AB-3FE7-4D77-9B21-217A529403D4}" dt="2025-10-06T00:31:02.135" v="2257" actId="20577"/>
          <ac:spMkLst>
            <pc:docMk/>
            <pc:sldMk cId="1672403937" sldId="269"/>
            <ac:spMk id="3" creationId="{9B9BD061-1FB4-77CF-45C0-831EFB2E3835}"/>
          </ac:spMkLst>
        </pc:spChg>
      </pc:sldChg>
      <pc:sldChg chg="modSp new mod">
        <pc:chgData name="Bohdan Barnett" userId="d0279e3c-c243-4513-967a-82548012b42d" providerId="ADAL" clId="{F89055AB-3FE7-4D77-9B21-217A529403D4}" dt="2025-10-06T22:36:51.362" v="3324" actId="20577"/>
        <pc:sldMkLst>
          <pc:docMk/>
          <pc:sldMk cId="2763311295" sldId="270"/>
        </pc:sldMkLst>
        <pc:spChg chg="mod">
          <ac:chgData name="Bohdan Barnett" userId="d0279e3c-c243-4513-967a-82548012b42d" providerId="ADAL" clId="{F89055AB-3FE7-4D77-9B21-217A529403D4}" dt="2025-10-06T00:32:29.749" v="2285" actId="20577"/>
          <ac:spMkLst>
            <pc:docMk/>
            <pc:sldMk cId="2763311295" sldId="270"/>
            <ac:spMk id="2" creationId="{D6494ABA-42F0-854D-1DE2-16BC74F6785A}"/>
          </ac:spMkLst>
        </pc:spChg>
        <pc:spChg chg="mod">
          <ac:chgData name="Bohdan Barnett" userId="d0279e3c-c243-4513-967a-82548012b42d" providerId="ADAL" clId="{F89055AB-3FE7-4D77-9B21-217A529403D4}" dt="2025-10-06T22:36:51.362" v="3324" actId="20577"/>
          <ac:spMkLst>
            <pc:docMk/>
            <pc:sldMk cId="2763311295" sldId="270"/>
            <ac:spMk id="3" creationId="{4D069F96-D2FD-B0C2-30B0-8E8DC6E03182}"/>
          </ac:spMkLst>
        </pc:spChg>
      </pc:sldChg>
    </pc:docChg>
  </pc:docChgLst>
  <pc:docChgLst>
    <pc:chgData name="Joshua Beaton" userId="S::jab1244@usnh.edu::5a2e7f5e-30b2-4acf-aa98-63884b7783fd" providerId="AD" clId="Web-{30C937C0-EBF4-2313-4C27-CCAEAAD13D43}"/>
    <pc:docChg chg="addSld modSld">
      <pc:chgData name="Joshua Beaton" userId="S::jab1244@usnh.edu::5a2e7f5e-30b2-4acf-aa98-63884b7783fd" providerId="AD" clId="Web-{30C937C0-EBF4-2313-4C27-CCAEAAD13D43}" dt="2025-10-12T18:09:26.288" v="54" actId="20577"/>
      <pc:docMkLst>
        <pc:docMk/>
      </pc:docMkLst>
      <pc:sldChg chg="addSp delSp modSp new">
        <pc:chgData name="Joshua Beaton" userId="S::jab1244@usnh.edu::5a2e7f5e-30b2-4acf-aa98-63884b7783fd" providerId="AD" clId="Web-{30C937C0-EBF4-2313-4C27-CCAEAAD13D43}" dt="2025-10-12T18:06:53.751" v="37" actId="20577"/>
        <pc:sldMkLst>
          <pc:docMk/>
          <pc:sldMk cId="931398059" sldId="276"/>
        </pc:sldMkLst>
        <pc:spChg chg="mod">
          <ac:chgData name="Joshua Beaton" userId="S::jab1244@usnh.edu::5a2e7f5e-30b2-4acf-aa98-63884b7783fd" providerId="AD" clId="Web-{30C937C0-EBF4-2313-4C27-CCAEAAD13D43}" dt="2025-10-12T18:03:42.646" v="16" actId="20577"/>
          <ac:spMkLst>
            <pc:docMk/>
            <pc:sldMk cId="931398059" sldId="276"/>
            <ac:spMk id="2" creationId="{97C3EC36-15B6-3E52-474D-758410D0BBB1}"/>
          </ac:spMkLst>
        </pc:spChg>
        <pc:spChg chg="mod">
          <ac:chgData name="Joshua Beaton" userId="S::jab1244@usnh.edu::5a2e7f5e-30b2-4acf-aa98-63884b7783fd" providerId="AD" clId="Web-{30C937C0-EBF4-2313-4C27-CCAEAAD13D43}" dt="2025-10-12T18:06:53.751" v="37" actId="20577"/>
          <ac:spMkLst>
            <pc:docMk/>
            <pc:sldMk cId="931398059" sldId="276"/>
            <ac:spMk id="3" creationId="{318D4695-2F2A-22F6-85D8-5478222C07E9}"/>
          </ac:spMkLst>
        </pc:spChg>
        <pc:spChg chg="add del mod">
          <ac:chgData name="Joshua Beaton" userId="S::jab1244@usnh.edu::5a2e7f5e-30b2-4acf-aa98-63884b7783fd" providerId="AD" clId="Web-{30C937C0-EBF4-2313-4C27-CCAEAAD13D43}" dt="2025-10-12T18:05:16.121" v="28"/>
          <ac:spMkLst>
            <pc:docMk/>
            <pc:sldMk cId="931398059" sldId="276"/>
            <ac:spMk id="6" creationId="{274DDDBF-018C-864B-3577-27AAE09C920F}"/>
          </ac:spMkLst>
        </pc:spChg>
        <pc:graphicFrameChg chg="add del mod modGraphic">
          <ac:chgData name="Joshua Beaton" userId="S::jab1244@usnh.edu::5a2e7f5e-30b2-4acf-aa98-63884b7783fd" providerId="AD" clId="Web-{30C937C0-EBF4-2313-4C27-CCAEAAD13D43}" dt="2025-10-12T18:06:20.734" v="31"/>
          <ac:graphicFrameMkLst>
            <pc:docMk/>
            <pc:sldMk cId="931398059" sldId="276"/>
            <ac:graphicFrameMk id="5" creationId="{C74C316D-0EC9-5940-9E23-3AC480665C97}"/>
          </ac:graphicFrameMkLst>
        </pc:graphicFrameChg>
      </pc:sldChg>
      <pc:sldChg chg="modSp new">
        <pc:chgData name="Joshua Beaton" userId="S::jab1244@usnh.edu::5a2e7f5e-30b2-4acf-aa98-63884b7783fd" providerId="AD" clId="Web-{30C937C0-EBF4-2313-4C27-CCAEAAD13D43}" dt="2025-10-12T18:07:13.971" v="43" actId="20577"/>
        <pc:sldMkLst>
          <pc:docMk/>
          <pc:sldMk cId="748199508" sldId="277"/>
        </pc:sldMkLst>
        <pc:spChg chg="mod">
          <ac:chgData name="Joshua Beaton" userId="S::jab1244@usnh.edu::5a2e7f5e-30b2-4acf-aa98-63884b7783fd" providerId="AD" clId="Web-{30C937C0-EBF4-2313-4C27-CCAEAAD13D43}" dt="2025-10-12T18:07:13.971" v="43" actId="20577"/>
          <ac:spMkLst>
            <pc:docMk/>
            <pc:sldMk cId="748199508" sldId="277"/>
            <ac:spMk id="2" creationId="{CD35FE63-9A6F-3643-4463-D4BEEDD961DE}"/>
          </ac:spMkLst>
        </pc:spChg>
        <pc:spChg chg="mod">
          <ac:chgData name="Joshua Beaton" userId="S::jab1244@usnh.edu::5a2e7f5e-30b2-4acf-aa98-63884b7783fd" providerId="AD" clId="Web-{30C937C0-EBF4-2313-4C27-CCAEAAD13D43}" dt="2025-10-12T18:07:13.236" v="42" actId="20577"/>
          <ac:spMkLst>
            <pc:docMk/>
            <pc:sldMk cId="748199508" sldId="277"/>
            <ac:spMk id="3" creationId="{CE46A875-9482-B6FA-3EC1-C45F3DEC52B7}"/>
          </ac:spMkLst>
        </pc:spChg>
      </pc:sldChg>
      <pc:sldChg chg="modSp new">
        <pc:chgData name="Joshua Beaton" userId="S::jab1244@usnh.edu::5a2e7f5e-30b2-4acf-aa98-63884b7783fd" providerId="AD" clId="Web-{30C937C0-EBF4-2313-4C27-CCAEAAD13D43}" dt="2025-10-12T18:09:26.288" v="54" actId="20577"/>
        <pc:sldMkLst>
          <pc:docMk/>
          <pc:sldMk cId="1755749355" sldId="278"/>
        </pc:sldMkLst>
        <pc:spChg chg="mod">
          <ac:chgData name="Joshua Beaton" userId="S::jab1244@usnh.edu::5a2e7f5e-30b2-4acf-aa98-63884b7783fd" providerId="AD" clId="Web-{30C937C0-EBF4-2313-4C27-CCAEAAD13D43}" dt="2025-10-12T18:09:16.975" v="51" actId="20577"/>
          <ac:spMkLst>
            <pc:docMk/>
            <pc:sldMk cId="1755749355" sldId="278"/>
            <ac:spMk id="2" creationId="{F7C5D1F9-2311-BF28-520F-257F144BB9CF}"/>
          </ac:spMkLst>
        </pc:spChg>
        <pc:spChg chg="mod">
          <ac:chgData name="Joshua Beaton" userId="S::jab1244@usnh.edu::5a2e7f5e-30b2-4acf-aa98-63884b7783fd" providerId="AD" clId="Web-{30C937C0-EBF4-2313-4C27-CCAEAAD13D43}" dt="2025-10-12T18:09:26.288" v="54" actId="20577"/>
          <ac:spMkLst>
            <pc:docMk/>
            <pc:sldMk cId="1755749355" sldId="278"/>
            <ac:spMk id="3" creationId="{42A66DC4-207D-34AE-C2A7-E01D2463B3BB}"/>
          </ac:spMkLst>
        </pc:spChg>
      </pc:sldChg>
    </pc:docChg>
  </pc:docChgLst>
  <pc:docChgLst>
    <pc:chgData name="Jacob Hodgdon" userId="S::jmh1195@usnh.edu::b6f2768b-e1c1-41e2-b316-086bfc6afac7" providerId="AD" clId="Web-{8F93A73B-C925-43AA-C097-45D01B32F4C6}"/>
    <pc:docChg chg="modSld">
      <pc:chgData name="Jacob Hodgdon" userId="S::jmh1195@usnh.edu::b6f2768b-e1c1-41e2-b316-086bfc6afac7" providerId="AD" clId="Web-{8F93A73B-C925-43AA-C097-45D01B32F4C6}" dt="2025-10-06T22:49:45.043" v="17" actId="20577"/>
      <pc:docMkLst>
        <pc:docMk/>
      </pc:docMkLst>
      <pc:sldChg chg="modSp">
        <pc:chgData name="Jacob Hodgdon" userId="S::jmh1195@usnh.edu::b6f2768b-e1c1-41e2-b316-086bfc6afac7" providerId="AD" clId="Web-{8F93A73B-C925-43AA-C097-45D01B32F4C6}" dt="2025-10-06T22:48:44.241" v="9" actId="20577"/>
        <pc:sldMkLst>
          <pc:docMk/>
          <pc:sldMk cId="0" sldId="258"/>
        </pc:sldMkLst>
        <pc:spChg chg="mod">
          <ac:chgData name="Jacob Hodgdon" userId="S::jmh1195@usnh.edu::b6f2768b-e1c1-41e2-b316-086bfc6afac7" providerId="AD" clId="Web-{8F93A73B-C925-43AA-C097-45D01B32F4C6}" dt="2025-10-06T22:48:44.241" v="9" actId="20577"/>
          <ac:spMkLst>
            <pc:docMk/>
            <pc:sldMk cId="0" sldId="258"/>
            <ac:spMk id="125" creationId="{00000000-0000-0000-0000-000000000000}"/>
          </ac:spMkLst>
        </pc:spChg>
      </pc:sldChg>
      <pc:sldChg chg="modSp">
        <pc:chgData name="Jacob Hodgdon" userId="S::jmh1195@usnh.edu::b6f2768b-e1c1-41e2-b316-086bfc6afac7" providerId="AD" clId="Web-{8F93A73B-C925-43AA-C097-45D01B32F4C6}" dt="2025-10-06T22:48:39.913" v="7" actId="20577"/>
        <pc:sldMkLst>
          <pc:docMk/>
          <pc:sldMk cId="0" sldId="259"/>
        </pc:sldMkLst>
        <pc:spChg chg="mod">
          <ac:chgData name="Jacob Hodgdon" userId="S::jmh1195@usnh.edu::b6f2768b-e1c1-41e2-b316-086bfc6afac7" providerId="AD" clId="Web-{8F93A73B-C925-43AA-C097-45D01B32F4C6}" dt="2025-10-06T22:48:39.913" v="7" actId="20577"/>
          <ac:spMkLst>
            <pc:docMk/>
            <pc:sldMk cId="0" sldId="259"/>
            <ac:spMk id="131" creationId="{00000000-0000-0000-0000-000000000000}"/>
          </ac:spMkLst>
        </pc:spChg>
      </pc:sldChg>
      <pc:sldChg chg="modSp">
        <pc:chgData name="Jacob Hodgdon" userId="S::jmh1195@usnh.edu::b6f2768b-e1c1-41e2-b316-086bfc6afac7" providerId="AD" clId="Web-{8F93A73B-C925-43AA-C097-45D01B32F4C6}" dt="2025-10-06T22:48:34.163" v="5" actId="20577"/>
        <pc:sldMkLst>
          <pc:docMk/>
          <pc:sldMk cId="0" sldId="260"/>
        </pc:sldMkLst>
        <pc:spChg chg="mod">
          <ac:chgData name="Jacob Hodgdon" userId="S::jmh1195@usnh.edu::b6f2768b-e1c1-41e2-b316-086bfc6afac7" providerId="AD" clId="Web-{8F93A73B-C925-43AA-C097-45D01B32F4C6}" dt="2025-10-06T22:48:34.163" v="5" actId="20577"/>
          <ac:spMkLst>
            <pc:docMk/>
            <pc:sldMk cId="0" sldId="260"/>
            <ac:spMk id="137" creationId="{00000000-0000-0000-0000-000000000000}"/>
          </ac:spMkLst>
        </pc:spChg>
      </pc:sldChg>
      <pc:sldChg chg="modSp">
        <pc:chgData name="Jacob Hodgdon" userId="S::jmh1195@usnh.edu::b6f2768b-e1c1-41e2-b316-086bfc6afac7" providerId="AD" clId="Web-{8F93A73B-C925-43AA-C097-45D01B32F4C6}" dt="2025-10-06T22:48:25.741" v="4" actId="20577"/>
        <pc:sldMkLst>
          <pc:docMk/>
          <pc:sldMk cId="0" sldId="261"/>
        </pc:sldMkLst>
        <pc:spChg chg="mod">
          <ac:chgData name="Jacob Hodgdon" userId="S::jmh1195@usnh.edu::b6f2768b-e1c1-41e2-b316-086bfc6afac7" providerId="AD" clId="Web-{8F93A73B-C925-43AA-C097-45D01B32F4C6}" dt="2025-10-06T22:48:25.741" v="4" actId="20577"/>
          <ac:spMkLst>
            <pc:docMk/>
            <pc:sldMk cId="0" sldId="261"/>
            <ac:spMk id="144" creationId="{00000000-0000-0000-0000-000000000000}"/>
          </ac:spMkLst>
        </pc:spChg>
      </pc:sldChg>
      <pc:sldChg chg="modSp">
        <pc:chgData name="Jacob Hodgdon" userId="S::jmh1195@usnh.edu::b6f2768b-e1c1-41e2-b316-086bfc6afac7" providerId="AD" clId="Web-{8F93A73B-C925-43AA-C097-45D01B32F4C6}" dt="2025-10-06T22:49:45.043" v="17" actId="20577"/>
        <pc:sldMkLst>
          <pc:docMk/>
          <pc:sldMk cId="0" sldId="262"/>
        </pc:sldMkLst>
        <pc:spChg chg="mod">
          <ac:chgData name="Jacob Hodgdon" userId="S::jmh1195@usnh.edu::b6f2768b-e1c1-41e2-b316-086bfc6afac7" providerId="AD" clId="Web-{8F93A73B-C925-43AA-C097-45D01B32F4C6}" dt="2025-10-06T22:48:10.741" v="3" actId="20577"/>
          <ac:spMkLst>
            <pc:docMk/>
            <pc:sldMk cId="0" sldId="262"/>
            <ac:spMk id="151" creationId="{00000000-0000-0000-0000-000000000000}"/>
          </ac:spMkLst>
        </pc:spChg>
        <pc:spChg chg="mod">
          <ac:chgData name="Jacob Hodgdon" userId="S::jmh1195@usnh.edu::b6f2768b-e1c1-41e2-b316-086bfc6afac7" providerId="AD" clId="Web-{8F93A73B-C925-43AA-C097-45D01B32F4C6}" dt="2025-10-06T22:49:45.043" v="17" actId="20577"/>
          <ac:spMkLst>
            <pc:docMk/>
            <pc:sldMk cId="0" sldId="262"/>
            <ac:spMk id="152" creationId="{00000000-0000-0000-0000-000000000000}"/>
          </ac:spMkLst>
        </pc:spChg>
      </pc:sldChg>
      <pc:sldChg chg="modSp">
        <pc:chgData name="Jacob Hodgdon" userId="S::jmh1195@usnh.edu::b6f2768b-e1c1-41e2-b316-086bfc6afac7" providerId="AD" clId="Web-{8F93A73B-C925-43AA-C097-45D01B32F4C6}" dt="2025-10-06T22:47:54.037" v="1" actId="20577"/>
        <pc:sldMkLst>
          <pc:docMk/>
          <pc:sldMk cId="0" sldId="263"/>
        </pc:sldMkLst>
        <pc:spChg chg="mod">
          <ac:chgData name="Jacob Hodgdon" userId="S::jmh1195@usnh.edu::b6f2768b-e1c1-41e2-b316-086bfc6afac7" providerId="AD" clId="Web-{8F93A73B-C925-43AA-C097-45D01B32F4C6}" dt="2025-10-06T22:47:54.037" v="1" actId="20577"/>
          <ac:spMkLst>
            <pc:docMk/>
            <pc:sldMk cId="0" sldId="263"/>
            <ac:spMk id="159" creationId="{00000000-0000-0000-0000-000000000000}"/>
          </ac:spMkLst>
        </pc:spChg>
      </pc:sldChg>
      <pc:sldChg chg="modSp">
        <pc:chgData name="Jacob Hodgdon" userId="S::jmh1195@usnh.edu::b6f2768b-e1c1-41e2-b316-086bfc6afac7" providerId="AD" clId="Web-{8F93A73B-C925-43AA-C097-45D01B32F4C6}" dt="2025-10-06T22:49:35.150" v="16" actId="20577"/>
        <pc:sldMkLst>
          <pc:docMk/>
          <pc:sldMk cId="0" sldId="265"/>
        </pc:sldMkLst>
        <pc:spChg chg="mod">
          <ac:chgData name="Jacob Hodgdon" userId="S::jmh1195@usnh.edu::b6f2768b-e1c1-41e2-b316-086bfc6afac7" providerId="AD" clId="Web-{8F93A73B-C925-43AA-C097-45D01B32F4C6}" dt="2025-10-06T22:49:22.461" v="15" actId="20577"/>
          <ac:spMkLst>
            <pc:docMk/>
            <pc:sldMk cId="0" sldId="265"/>
            <ac:spMk id="170" creationId="{00000000-0000-0000-0000-000000000000}"/>
          </ac:spMkLst>
        </pc:spChg>
        <pc:spChg chg="mod">
          <ac:chgData name="Jacob Hodgdon" userId="S::jmh1195@usnh.edu::b6f2768b-e1c1-41e2-b316-086bfc6afac7" providerId="AD" clId="Web-{8F93A73B-C925-43AA-C097-45D01B32F4C6}" dt="2025-10-06T22:49:35.150" v="16" actId="20577"/>
          <ac:spMkLst>
            <pc:docMk/>
            <pc:sldMk cId="0" sldId="265"/>
            <ac:spMk id="171" creationId="{00000000-0000-0000-0000-000000000000}"/>
          </ac:spMkLst>
        </pc:spChg>
      </pc:sldChg>
      <pc:sldChg chg="modSp">
        <pc:chgData name="Jacob Hodgdon" userId="S::jmh1195@usnh.edu::b6f2768b-e1c1-41e2-b316-086bfc6afac7" providerId="AD" clId="Web-{8F93A73B-C925-43AA-C097-45D01B32F4C6}" dt="2025-10-06T22:48:56.820" v="10" actId="20577"/>
        <pc:sldMkLst>
          <pc:docMk/>
          <pc:sldMk cId="4118201959" sldId="267"/>
        </pc:sldMkLst>
        <pc:spChg chg="mod">
          <ac:chgData name="Jacob Hodgdon" userId="S::jmh1195@usnh.edu::b6f2768b-e1c1-41e2-b316-086bfc6afac7" providerId="AD" clId="Web-{8F93A73B-C925-43AA-C097-45D01B32F4C6}" dt="2025-10-06T22:48:56.820" v="10" actId="20577"/>
          <ac:spMkLst>
            <pc:docMk/>
            <pc:sldMk cId="4118201959" sldId="267"/>
            <ac:spMk id="3" creationId="{5CA3E37A-4F0D-EEFE-202A-7D47B78BFE8D}"/>
          </ac:spMkLst>
        </pc:spChg>
      </pc:sldChg>
      <pc:sldChg chg="modSp">
        <pc:chgData name="Jacob Hodgdon" userId="S::jmh1195@usnh.edu::b6f2768b-e1c1-41e2-b316-086bfc6afac7" providerId="AD" clId="Web-{8F93A73B-C925-43AA-C097-45D01B32F4C6}" dt="2025-10-06T22:49:01.914" v="12" actId="20577"/>
        <pc:sldMkLst>
          <pc:docMk/>
          <pc:sldMk cId="2025205753" sldId="268"/>
        </pc:sldMkLst>
        <pc:spChg chg="mod">
          <ac:chgData name="Jacob Hodgdon" userId="S::jmh1195@usnh.edu::b6f2768b-e1c1-41e2-b316-086bfc6afac7" providerId="AD" clId="Web-{8F93A73B-C925-43AA-C097-45D01B32F4C6}" dt="2025-10-06T22:49:01.914" v="12" actId="20577"/>
          <ac:spMkLst>
            <pc:docMk/>
            <pc:sldMk cId="2025205753" sldId="268"/>
            <ac:spMk id="3" creationId="{82CCD84B-6B27-F850-68C5-D3B06DB49719}"/>
          </ac:spMkLst>
        </pc:spChg>
      </pc:sldChg>
      <pc:sldChg chg="modSp">
        <pc:chgData name="Jacob Hodgdon" userId="S::jmh1195@usnh.edu::b6f2768b-e1c1-41e2-b316-086bfc6afac7" providerId="AD" clId="Web-{8F93A73B-C925-43AA-C097-45D01B32F4C6}" dt="2025-10-06T22:49:05.773" v="13" actId="20577"/>
        <pc:sldMkLst>
          <pc:docMk/>
          <pc:sldMk cId="1672403937" sldId="269"/>
        </pc:sldMkLst>
        <pc:spChg chg="mod">
          <ac:chgData name="Jacob Hodgdon" userId="S::jmh1195@usnh.edu::b6f2768b-e1c1-41e2-b316-086bfc6afac7" providerId="AD" clId="Web-{8F93A73B-C925-43AA-C097-45D01B32F4C6}" dt="2025-10-06T22:49:05.773" v="13" actId="20577"/>
          <ac:spMkLst>
            <pc:docMk/>
            <pc:sldMk cId="1672403937" sldId="269"/>
            <ac:spMk id="3" creationId="{9B9BD061-1FB4-77CF-45C0-831EFB2E3835}"/>
          </ac:spMkLst>
        </pc:spChg>
      </pc:sldChg>
      <pc:sldChg chg="modSp">
        <pc:chgData name="Jacob Hodgdon" userId="S::jmh1195@usnh.edu::b6f2768b-e1c1-41e2-b316-086bfc6afac7" providerId="AD" clId="Web-{8F93A73B-C925-43AA-C097-45D01B32F4C6}" dt="2025-10-06T22:49:10.461" v="14" actId="20577"/>
        <pc:sldMkLst>
          <pc:docMk/>
          <pc:sldMk cId="2763311295" sldId="270"/>
        </pc:sldMkLst>
        <pc:spChg chg="mod">
          <ac:chgData name="Jacob Hodgdon" userId="S::jmh1195@usnh.edu::b6f2768b-e1c1-41e2-b316-086bfc6afac7" providerId="AD" clId="Web-{8F93A73B-C925-43AA-C097-45D01B32F4C6}" dt="2025-10-06T22:49:10.461" v="14" actId="20577"/>
          <ac:spMkLst>
            <pc:docMk/>
            <pc:sldMk cId="2763311295" sldId="270"/>
            <ac:spMk id="3" creationId="{4D069F96-D2FD-B0C2-30B0-8E8DC6E03182}"/>
          </ac:spMkLst>
        </pc:spChg>
      </pc:sldChg>
    </pc:docChg>
  </pc:docChgLst>
  <pc:docChgLst>
    <pc:chgData name="Aidan McErlain" userId="S::am1865@usnh.edu::98a0ff2b-c902-483d-8d24-291488dc7d0e" providerId="AD" clId="Web-{09E6A27A-3D7F-B418-1F16-755E7C058DF0}"/>
    <pc:docChg chg="modSld">
      <pc:chgData name="Aidan McErlain" userId="S::am1865@usnh.edu::98a0ff2b-c902-483d-8d24-291488dc7d0e" providerId="AD" clId="Web-{09E6A27A-3D7F-B418-1F16-755E7C058DF0}" dt="2025-10-12T18:35:49.556" v="76" actId="20577"/>
      <pc:docMkLst>
        <pc:docMk/>
      </pc:docMkLst>
      <pc:sldChg chg="modSp">
        <pc:chgData name="Aidan McErlain" userId="S::am1865@usnh.edu::98a0ff2b-c902-483d-8d24-291488dc7d0e" providerId="AD" clId="Web-{09E6A27A-3D7F-B418-1F16-755E7C058DF0}" dt="2025-10-12T18:35:49.556" v="76" actId="20577"/>
        <pc:sldMkLst>
          <pc:docMk/>
          <pc:sldMk cId="2790529186" sldId="272"/>
        </pc:sldMkLst>
        <pc:spChg chg="mod">
          <ac:chgData name="Aidan McErlain" userId="S::am1865@usnh.edu::98a0ff2b-c902-483d-8d24-291488dc7d0e" providerId="AD" clId="Web-{09E6A27A-3D7F-B418-1F16-755E7C058DF0}" dt="2025-10-12T18:35:49.556" v="76" actId="20577"/>
          <ac:spMkLst>
            <pc:docMk/>
            <pc:sldMk cId="2790529186" sldId="272"/>
            <ac:spMk id="3" creationId="{16728797-16E9-A454-0882-0BFE789D0353}"/>
          </ac:spMkLst>
        </pc:spChg>
      </pc:sldChg>
    </pc:docChg>
  </pc:docChgLst>
  <pc:docChgLst>
    <pc:chgData name="Jacob Hodgdon" userId="S::jmh1195@usnh.edu::b6f2768b-e1c1-41e2-b316-086bfc6afac7" providerId="AD" clId="Web-{B6064D25-CF70-6FF0-C855-B19EF4E2DC14}"/>
    <pc:docChg chg="addSld modSld sldOrd">
      <pc:chgData name="Jacob Hodgdon" userId="S::jmh1195@usnh.edu::b6f2768b-e1c1-41e2-b316-086bfc6afac7" providerId="AD" clId="Web-{B6064D25-CF70-6FF0-C855-B19EF4E2DC14}" dt="2025-10-12T18:40:37.481" v="5" actId="20577"/>
      <pc:docMkLst>
        <pc:docMk/>
      </pc:docMkLst>
      <pc:sldChg chg="modSp add ord replId">
        <pc:chgData name="Jacob Hodgdon" userId="S::jmh1195@usnh.edu::b6f2768b-e1c1-41e2-b316-086bfc6afac7" providerId="AD" clId="Web-{B6064D25-CF70-6FF0-C855-B19EF4E2DC14}" dt="2025-10-12T18:40:37.481" v="5" actId="20577"/>
        <pc:sldMkLst>
          <pc:docMk/>
          <pc:sldMk cId="1556487158" sldId="282"/>
        </pc:sldMkLst>
        <pc:spChg chg="mod">
          <ac:chgData name="Jacob Hodgdon" userId="S::jmh1195@usnh.edu::b6f2768b-e1c1-41e2-b316-086bfc6afac7" providerId="AD" clId="Web-{B6064D25-CF70-6FF0-C855-B19EF4E2DC14}" dt="2025-10-12T18:40:37.481" v="5" actId="20577"/>
          <ac:spMkLst>
            <pc:docMk/>
            <pc:sldMk cId="1556487158" sldId="282"/>
            <ac:spMk id="2" creationId="{90A33C56-9BCC-FAD6-F44B-215B31C3AC4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84fc369282_2_59: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g384fc369282_2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84fc369282_2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 name="Google Shape;117;g384fc369282_2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84fc369282_2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g384fc369282_2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84fc369282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384fc369282_0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84fc369282_2_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384fc369282_2_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84fc369282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 name="Google Shape;141;g384fc369282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84fc369282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 name="Google Shape;148;g384fc369282_0_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84fc369282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6" name="Google Shape;156;g384fc369282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84fc36928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2" name="Google Shape;162;g384fc36928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84fc369282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 name="Google Shape;167;g384fc369282_0_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Currently IMU data is represented as a snapshot of its current state (roll, pitch, and yaw) via a gauge, but it would be more useful to represent the data in a different way so changes can be shown over time in a 2d graph. </a:t>
            </a:r>
            <a:endParaRPr/>
          </a:p>
          <a:p>
            <a:pPr marL="0" lvl="0" indent="0" algn="l" rtl="0">
              <a:lnSpc>
                <a:spcPct val="100000"/>
              </a:lnSpc>
              <a:spcBef>
                <a:spcPts val="0"/>
              </a:spcBef>
              <a:spcAft>
                <a:spcPts val="0"/>
              </a:spcAft>
              <a:buSzPts val="1100"/>
              <a:buNone/>
            </a:pPr>
            <a:r>
              <a:rPr lang="en"/>
              <a:t>An option I am presenting is:</a:t>
            </a:r>
            <a:endParaRPr/>
          </a:p>
          <a:p>
            <a:pPr marL="457200" lvl="0" indent="-298450" algn="l" rtl="0">
              <a:lnSpc>
                <a:spcPct val="100000"/>
              </a:lnSpc>
              <a:spcBef>
                <a:spcPts val="0"/>
              </a:spcBef>
              <a:spcAft>
                <a:spcPts val="0"/>
              </a:spcAft>
              <a:buSzPts val="1100"/>
              <a:buChar char="-"/>
            </a:pPr>
            <a:r>
              <a:rPr lang="en"/>
              <a:t>Pitch as height, Yaw as point size, roll as a gradient between two accessible colors such as blue and yellow, and time as the horizontal axis.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Geometric Berry" type="title">
  <p:cSld name="TITLE">
    <p:bg>
      <p:bgPr>
        <a:solidFill>
          <a:srgbClr val="4C1130"/>
        </a:solidFill>
        <a:effectLst/>
      </p:bgPr>
    </p:bg>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540300" y="1723575"/>
            <a:ext cx="8520600" cy="19878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Font typeface="Comfortaa"/>
              <a:buNone/>
              <a:defRPr sz="5200">
                <a:latin typeface="Comfortaa"/>
                <a:ea typeface="Comfortaa"/>
                <a:cs typeface="Comfortaa"/>
                <a:sym typeface="Comfortaa"/>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3977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Font typeface="Proxima Nova"/>
              <a:buNone/>
              <a:defRPr sz="2800">
                <a:latin typeface="Proxima Nova"/>
                <a:ea typeface="Proxima Nova"/>
                <a:cs typeface="Proxima Nova"/>
                <a:sym typeface="Proxima Nova"/>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58" name="Google Shape;58;p14"/>
          <p:cNvSpPr/>
          <p:nvPr/>
        </p:nvSpPr>
        <p:spPr>
          <a:xfrm rot="3516056" flipH="1">
            <a:off x="-248757" y="-1083436"/>
            <a:ext cx="1442430" cy="5039028"/>
          </a:xfrm>
          <a:prstGeom prst="halfFrame">
            <a:avLst>
              <a:gd name="adj1" fmla="val 33333"/>
              <a:gd name="adj2" fmla="val 33333"/>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14"/>
          <p:cNvSpPr/>
          <p:nvPr/>
        </p:nvSpPr>
        <p:spPr>
          <a:xfrm rot="5400000">
            <a:off x="6894300" y="308400"/>
            <a:ext cx="2558100" cy="1941300"/>
          </a:xfrm>
          <a:prstGeom prst="diagStripe">
            <a:avLst>
              <a:gd name="adj" fmla="val 5000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0"/>
        <p:cNvGrpSpPr/>
        <p:nvPr/>
      </p:nvGrpSpPr>
      <p:grpSpPr>
        <a:xfrm>
          <a:off x="0" y="0"/>
          <a:ext cx="0" cy="0"/>
          <a:chOff x="0" y="0"/>
          <a:chExt cx="0" cy="0"/>
        </a:xfrm>
      </p:grpSpPr>
      <p:sp>
        <p:nvSpPr>
          <p:cNvPr id="61" name="Google Shape;61;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Font typeface="Comfortaa"/>
              <a:buNone/>
              <a:defRPr sz="3600">
                <a:latin typeface="Comfortaa"/>
                <a:ea typeface="Comfortaa"/>
                <a:cs typeface="Comfortaa"/>
                <a:sym typeface="Comfortaa"/>
              </a:defRPr>
            </a:lvl1pPr>
            <a:lvl2pPr lvl="1" algn="ctr">
              <a:lnSpc>
                <a:spcPct val="100000"/>
              </a:lnSpc>
              <a:spcBef>
                <a:spcPts val="0"/>
              </a:spcBef>
              <a:spcAft>
                <a:spcPts val="0"/>
              </a:spcAft>
              <a:buSzPts val="3600"/>
              <a:buFont typeface="Comfortaa"/>
              <a:buNone/>
              <a:defRPr sz="3600">
                <a:latin typeface="Comfortaa"/>
                <a:ea typeface="Comfortaa"/>
                <a:cs typeface="Comfortaa"/>
                <a:sym typeface="Comfortaa"/>
              </a:defRPr>
            </a:lvl2pPr>
            <a:lvl3pPr lvl="2" algn="ctr">
              <a:lnSpc>
                <a:spcPct val="100000"/>
              </a:lnSpc>
              <a:spcBef>
                <a:spcPts val="0"/>
              </a:spcBef>
              <a:spcAft>
                <a:spcPts val="0"/>
              </a:spcAft>
              <a:buSzPts val="3600"/>
              <a:buFont typeface="Comfortaa"/>
              <a:buNone/>
              <a:defRPr sz="3600">
                <a:latin typeface="Comfortaa"/>
                <a:ea typeface="Comfortaa"/>
                <a:cs typeface="Comfortaa"/>
                <a:sym typeface="Comfortaa"/>
              </a:defRPr>
            </a:lvl3pPr>
            <a:lvl4pPr lvl="3" algn="ctr">
              <a:lnSpc>
                <a:spcPct val="100000"/>
              </a:lnSpc>
              <a:spcBef>
                <a:spcPts val="0"/>
              </a:spcBef>
              <a:spcAft>
                <a:spcPts val="0"/>
              </a:spcAft>
              <a:buSzPts val="3600"/>
              <a:buFont typeface="Comfortaa"/>
              <a:buNone/>
              <a:defRPr sz="3600">
                <a:latin typeface="Comfortaa"/>
                <a:ea typeface="Comfortaa"/>
                <a:cs typeface="Comfortaa"/>
                <a:sym typeface="Comfortaa"/>
              </a:defRPr>
            </a:lvl4pPr>
            <a:lvl5pPr lvl="4" algn="ctr">
              <a:lnSpc>
                <a:spcPct val="100000"/>
              </a:lnSpc>
              <a:spcBef>
                <a:spcPts val="0"/>
              </a:spcBef>
              <a:spcAft>
                <a:spcPts val="0"/>
              </a:spcAft>
              <a:buSzPts val="3600"/>
              <a:buFont typeface="Comfortaa"/>
              <a:buNone/>
              <a:defRPr sz="3600">
                <a:latin typeface="Comfortaa"/>
                <a:ea typeface="Comfortaa"/>
                <a:cs typeface="Comfortaa"/>
                <a:sym typeface="Comfortaa"/>
              </a:defRPr>
            </a:lvl5pPr>
            <a:lvl6pPr lvl="5" algn="ctr">
              <a:lnSpc>
                <a:spcPct val="100000"/>
              </a:lnSpc>
              <a:spcBef>
                <a:spcPts val="0"/>
              </a:spcBef>
              <a:spcAft>
                <a:spcPts val="0"/>
              </a:spcAft>
              <a:buSzPts val="3600"/>
              <a:buFont typeface="Comfortaa"/>
              <a:buNone/>
              <a:defRPr sz="3600">
                <a:latin typeface="Comfortaa"/>
                <a:ea typeface="Comfortaa"/>
                <a:cs typeface="Comfortaa"/>
                <a:sym typeface="Comfortaa"/>
              </a:defRPr>
            </a:lvl6pPr>
            <a:lvl7pPr lvl="6" algn="ctr">
              <a:lnSpc>
                <a:spcPct val="100000"/>
              </a:lnSpc>
              <a:spcBef>
                <a:spcPts val="0"/>
              </a:spcBef>
              <a:spcAft>
                <a:spcPts val="0"/>
              </a:spcAft>
              <a:buSzPts val="3600"/>
              <a:buFont typeface="Comfortaa"/>
              <a:buNone/>
              <a:defRPr sz="3600">
                <a:latin typeface="Comfortaa"/>
                <a:ea typeface="Comfortaa"/>
                <a:cs typeface="Comfortaa"/>
                <a:sym typeface="Comfortaa"/>
              </a:defRPr>
            </a:lvl7pPr>
            <a:lvl8pPr lvl="7" algn="ctr">
              <a:lnSpc>
                <a:spcPct val="100000"/>
              </a:lnSpc>
              <a:spcBef>
                <a:spcPts val="0"/>
              </a:spcBef>
              <a:spcAft>
                <a:spcPts val="0"/>
              </a:spcAft>
              <a:buSzPts val="3600"/>
              <a:buFont typeface="Comfortaa"/>
              <a:buNone/>
              <a:defRPr sz="3600">
                <a:latin typeface="Comfortaa"/>
                <a:ea typeface="Comfortaa"/>
                <a:cs typeface="Comfortaa"/>
                <a:sym typeface="Comfortaa"/>
              </a:defRPr>
            </a:lvl8pPr>
            <a:lvl9pPr lvl="8" algn="ctr">
              <a:lnSpc>
                <a:spcPct val="100000"/>
              </a:lnSpc>
              <a:spcBef>
                <a:spcPts val="0"/>
              </a:spcBef>
              <a:spcAft>
                <a:spcPts val="0"/>
              </a:spcAft>
              <a:buSzPts val="3600"/>
              <a:buFont typeface="Comfortaa"/>
              <a:buNone/>
              <a:defRPr sz="3600">
                <a:latin typeface="Comfortaa"/>
                <a:ea typeface="Comfortaa"/>
                <a:cs typeface="Comfortaa"/>
                <a:sym typeface="Comfortaa"/>
              </a:defRPr>
            </a:lvl9pPr>
          </a:lstStyle>
          <a:p>
            <a:endParaRPr/>
          </a:p>
        </p:txBody>
      </p:sp>
      <p:sp>
        <p:nvSpPr>
          <p:cNvPr id="62" name="Google Shape;62;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63" name="Google Shape;63;p15"/>
          <p:cNvSpPr/>
          <p:nvPr/>
        </p:nvSpPr>
        <p:spPr>
          <a:xfrm>
            <a:off x="0" y="0"/>
            <a:ext cx="4045800" cy="2594400"/>
          </a:xfrm>
          <a:prstGeom prst="diagStripe">
            <a:avLst>
              <a:gd name="adj" fmla="val 63637"/>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p15"/>
          <p:cNvSpPr/>
          <p:nvPr/>
        </p:nvSpPr>
        <p:spPr>
          <a:xfrm rot="10800000">
            <a:off x="4590453" y="3822600"/>
            <a:ext cx="4571700" cy="1320900"/>
          </a:xfrm>
          <a:prstGeom prst="diagStripe">
            <a:avLst>
              <a:gd name="adj" fmla="val 69364"/>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5"/>
        <p:cNvGrpSpPr/>
        <p:nvPr/>
      </p:nvGrpSpPr>
      <p:grpSpPr>
        <a:xfrm>
          <a:off x="0" y="0"/>
          <a:ext cx="0" cy="0"/>
          <a:chOff x="0" y="0"/>
          <a:chExt cx="0" cy="0"/>
        </a:xfrm>
      </p:grpSpPr>
      <p:sp>
        <p:nvSpPr>
          <p:cNvPr id="66" name="Google Shape;66;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55600" algn="l">
              <a:lnSpc>
                <a:spcPct val="115000"/>
              </a:lnSpc>
              <a:spcBef>
                <a:spcPts val="0"/>
              </a:spcBef>
              <a:spcAft>
                <a:spcPts val="0"/>
              </a:spcAft>
              <a:buSzPts val="2000"/>
              <a:buChar char="●"/>
              <a:defRPr/>
            </a:lvl1pPr>
            <a:lvl2pPr marL="914400" lvl="1" indent="-330200" algn="l">
              <a:lnSpc>
                <a:spcPct val="115000"/>
              </a:lnSpc>
              <a:spcBef>
                <a:spcPts val="0"/>
              </a:spcBef>
              <a:spcAft>
                <a:spcPts val="0"/>
              </a:spcAft>
              <a:buSzPts val="1600"/>
              <a:buChar char="○"/>
              <a:defRPr/>
            </a:lvl2pPr>
            <a:lvl3pPr marL="1371600" lvl="2" indent="-330200" algn="l">
              <a:lnSpc>
                <a:spcPct val="115000"/>
              </a:lnSpc>
              <a:spcBef>
                <a:spcPts val="0"/>
              </a:spcBef>
              <a:spcAft>
                <a:spcPts val="0"/>
              </a:spcAft>
              <a:buSzPts val="1600"/>
              <a:buChar char="■"/>
              <a:defRPr/>
            </a:lvl3pPr>
            <a:lvl4pPr marL="1828800" lvl="3" indent="-330200" algn="l">
              <a:lnSpc>
                <a:spcPct val="115000"/>
              </a:lnSpc>
              <a:spcBef>
                <a:spcPts val="0"/>
              </a:spcBef>
              <a:spcAft>
                <a:spcPts val="0"/>
              </a:spcAft>
              <a:buSzPts val="1600"/>
              <a:buChar char="●"/>
              <a:defRPr/>
            </a:lvl4pPr>
            <a:lvl5pPr marL="2286000" lvl="4" indent="-330200" algn="l">
              <a:lnSpc>
                <a:spcPct val="115000"/>
              </a:lnSpc>
              <a:spcBef>
                <a:spcPts val="0"/>
              </a:spcBef>
              <a:spcAft>
                <a:spcPts val="0"/>
              </a:spcAft>
              <a:buSzPts val="1600"/>
              <a:buChar char="○"/>
              <a:defRPr/>
            </a:lvl5pPr>
            <a:lvl6pPr marL="2743200" lvl="5" indent="-330200" algn="l">
              <a:lnSpc>
                <a:spcPct val="115000"/>
              </a:lnSpc>
              <a:spcBef>
                <a:spcPts val="0"/>
              </a:spcBef>
              <a:spcAft>
                <a:spcPts val="0"/>
              </a:spcAft>
              <a:buSzPts val="1600"/>
              <a:buChar char="■"/>
              <a:defRPr/>
            </a:lvl6pPr>
            <a:lvl7pPr marL="3200400" lvl="6" indent="-330200" algn="l">
              <a:lnSpc>
                <a:spcPct val="115000"/>
              </a:lnSpc>
              <a:spcBef>
                <a:spcPts val="0"/>
              </a:spcBef>
              <a:spcAft>
                <a:spcPts val="0"/>
              </a:spcAft>
              <a:buSzPts val="1600"/>
              <a:buChar char="●"/>
              <a:defRPr/>
            </a:lvl7pPr>
            <a:lvl8pPr marL="3657600" lvl="7" indent="-330200" algn="l">
              <a:lnSpc>
                <a:spcPct val="115000"/>
              </a:lnSpc>
              <a:spcBef>
                <a:spcPts val="0"/>
              </a:spcBef>
              <a:spcAft>
                <a:spcPts val="0"/>
              </a:spcAft>
              <a:buSzPts val="1600"/>
              <a:buChar char="○"/>
              <a:defRPr/>
            </a:lvl8pPr>
            <a:lvl9pPr marL="4114800" lvl="8" indent="-330200" algn="l">
              <a:lnSpc>
                <a:spcPct val="115000"/>
              </a:lnSpc>
              <a:spcBef>
                <a:spcPts val="0"/>
              </a:spcBef>
              <a:spcAft>
                <a:spcPts val="0"/>
              </a:spcAft>
              <a:buSzPts val="1600"/>
              <a:buChar char="■"/>
              <a:defRPr/>
            </a:lvl9pPr>
          </a:lstStyle>
          <a:p>
            <a:endParaRPr/>
          </a:p>
        </p:txBody>
      </p:sp>
      <p:sp>
        <p:nvSpPr>
          <p:cNvPr id="68" name="Google Shape;68;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69" name="Google Shape;69;p16"/>
          <p:cNvSpPr/>
          <p:nvPr/>
        </p:nvSpPr>
        <p:spPr>
          <a:xfrm rot="10800000">
            <a:off x="5551800" y="3746400"/>
            <a:ext cx="3592200" cy="1397100"/>
          </a:xfrm>
          <a:prstGeom prst="halfFrame">
            <a:avLst>
              <a:gd name="adj1" fmla="val 14935"/>
              <a:gd name="adj2" fmla="val 15584"/>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0"/>
        <p:cNvGrpSpPr/>
        <p:nvPr/>
      </p:nvGrpSpPr>
      <p:grpSpPr>
        <a:xfrm>
          <a:off x="0" y="0"/>
          <a:ext cx="0" cy="0"/>
          <a:chOff x="0" y="0"/>
          <a:chExt cx="0" cy="0"/>
        </a:xfrm>
      </p:grpSpPr>
      <p:sp>
        <p:nvSpPr>
          <p:cNvPr id="71" name="Google Shape;71;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3" name="Google Shape;73;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4" name="Google Shape;74;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75" name="Google Shape;75;p17"/>
          <p:cNvSpPr/>
          <p:nvPr/>
        </p:nvSpPr>
        <p:spPr>
          <a:xfrm rot="5400000">
            <a:off x="7347750" y="399150"/>
            <a:ext cx="2195400" cy="1397100"/>
          </a:xfrm>
          <a:prstGeom prst="halfFrame">
            <a:avLst>
              <a:gd name="adj1" fmla="val 14935"/>
              <a:gd name="adj2" fmla="val 15584"/>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17"/>
          <p:cNvSpPr/>
          <p:nvPr/>
        </p:nvSpPr>
        <p:spPr>
          <a:xfrm rot="-3295792">
            <a:off x="7853825" y="-894530"/>
            <a:ext cx="1568454" cy="3787755"/>
          </a:xfrm>
          <a:prstGeom prst="diagStripe">
            <a:avLst>
              <a:gd name="adj" fmla="val 85045"/>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7"/>
        <p:cNvGrpSpPr/>
        <p:nvPr/>
      </p:nvGrpSpPr>
      <p:grpSpPr>
        <a:xfrm>
          <a:off x="0" y="0"/>
          <a:ext cx="0" cy="0"/>
          <a:chOff x="0" y="0"/>
          <a:chExt cx="0" cy="0"/>
        </a:xfrm>
      </p:grpSpPr>
      <p:sp>
        <p:nvSpPr>
          <p:cNvPr id="78" name="Google Shape;78;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9" name="Google Shape;79;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80" name="Google Shape;80;p18"/>
          <p:cNvSpPr/>
          <p:nvPr/>
        </p:nvSpPr>
        <p:spPr>
          <a:xfrm rot="10800000" flipH="1">
            <a:off x="-10800" y="3746400"/>
            <a:ext cx="2242500" cy="1397100"/>
          </a:xfrm>
          <a:prstGeom prst="halfFrame">
            <a:avLst>
              <a:gd name="adj1" fmla="val 14935"/>
              <a:gd name="adj2" fmla="val 15584"/>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1"/>
        <p:cNvGrpSpPr/>
        <p:nvPr/>
      </p:nvGrpSpPr>
      <p:grpSpPr>
        <a:xfrm>
          <a:off x="0" y="0"/>
          <a:ext cx="0" cy="0"/>
          <a:chOff x="0" y="0"/>
          <a:chExt cx="0" cy="0"/>
        </a:xfrm>
      </p:grpSpPr>
      <p:sp>
        <p:nvSpPr>
          <p:cNvPr id="82" name="Google Shape;82;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83" name="Google Shape;83;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84" name="Google Shape;84;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85" name="Google Shape;85;p19"/>
          <p:cNvSpPr/>
          <p:nvPr/>
        </p:nvSpPr>
        <p:spPr>
          <a:xfrm>
            <a:off x="0" y="0"/>
            <a:ext cx="5551800" cy="393600"/>
          </a:xfrm>
          <a:prstGeom prst="diagStripe">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6"/>
        <p:cNvGrpSpPr/>
        <p:nvPr/>
      </p:nvGrpSpPr>
      <p:grpSpPr>
        <a:xfrm>
          <a:off x="0" y="0"/>
          <a:ext cx="0" cy="0"/>
          <a:chOff x="0" y="0"/>
          <a:chExt cx="0" cy="0"/>
        </a:xfrm>
      </p:grpSpPr>
      <p:sp>
        <p:nvSpPr>
          <p:cNvPr id="87" name="Google Shape;87;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88" name="Google Shape;88;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89" name="Google Shape;89;p20"/>
          <p:cNvSpPr/>
          <p:nvPr/>
        </p:nvSpPr>
        <p:spPr>
          <a:xfrm>
            <a:off x="6887025" y="2877475"/>
            <a:ext cx="2140800" cy="2140800"/>
          </a:xfrm>
          <a:prstGeom prst="diamond">
            <a:avLst/>
          </a:prstGeom>
          <a:noFill/>
          <a:ln w="2286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20"/>
          <p:cNvSpPr/>
          <p:nvPr/>
        </p:nvSpPr>
        <p:spPr>
          <a:xfrm rot="-2700000">
            <a:off x="7337575" y="3341814"/>
            <a:ext cx="1239700" cy="1212122"/>
          </a:xfrm>
          <a:prstGeom prst="diamond">
            <a:avLst/>
          </a:prstGeom>
          <a:noFill/>
          <a:ln w="2286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20"/>
          <p:cNvSpPr/>
          <p:nvPr/>
        </p:nvSpPr>
        <p:spPr>
          <a:xfrm>
            <a:off x="7683075" y="3673525"/>
            <a:ext cx="548700" cy="548700"/>
          </a:xfrm>
          <a:prstGeom prst="diamond">
            <a:avLst/>
          </a:prstGeom>
          <a:noFill/>
          <a:ln w="2286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2"/>
        <p:cNvGrpSpPr/>
        <p:nvPr/>
      </p:nvGrpSpPr>
      <p:grpSpPr>
        <a:xfrm>
          <a:off x="0" y="0"/>
          <a:ext cx="0" cy="0"/>
          <a:chOff x="0" y="0"/>
          <a:chExt cx="0" cy="0"/>
        </a:xfrm>
      </p:grpSpPr>
      <p:sp>
        <p:nvSpPr>
          <p:cNvPr id="93" name="Google Shape;93;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95" name="Google Shape;95;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96" name="Google Shape;96;p21"/>
          <p:cNvSpPr txBox="1">
            <a:spLocks noGrp="1"/>
          </p:cNvSpPr>
          <p:nvPr>
            <p:ph type="body" idx="2"/>
          </p:nvPr>
        </p:nvSpPr>
        <p:spPr>
          <a:xfrm>
            <a:off x="4939500" y="724075"/>
            <a:ext cx="3837000" cy="36951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rmAutofit/>
          </a:bodyPr>
          <a:lstStyle>
            <a:lvl1pPr marL="457200" lvl="0" indent="-355600" algn="l">
              <a:lnSpc>
                <a:spcPct val="115000"/>
              </a:lnSpc>
              <a:spcBef>
                <a:spcPts val="0"/>
              </a:spcBef>
              <a:spcAft>
                <a:spcPts val="0"/>
              </a:spcAft>
              <a:buClr>
                <a:schemeClr val="dk2"/>
              </a:buClr>
              <a:buSzPts val="2000"/>
              <a:buChar char="●"/>
              <a:defRPr>
                <a:solidFill>
                  <a:schemeClr val="dk2"/>
                </a:solidFill>
              </a:defRPr>
            </a:lvl1pPr>
            <a:lvl2pPr marL="914400" lvl="1" indent="-330200" algn="l">
              <a:lnSpc>
                <a:spcPct val="115000"/>
              </a:lnSpc>
              <a:spcBef>
                <a:spcPts val="0"/>
              </a:spcBef>
              <a:spcAft>
                <a:spcPts val="0"/>
              </a:spcAft>
              <a:buClr>
                <a:schemeClr val="dk2"/>
              </a:buClr>
              <a:buSzPts val="1600"/>
              <a:buChar char="○"/>
              <a:defRPr>
                <a:solidFill>
                  <a:schemeClr val="dk2"/>
                </a:solidFill>
              </a:defRPr>
            </a:lvl2pPr>
            <a:lvl3pPr marL="1371600" lvl="2" indent="-330200" algn="l">
              <a:lnSpc>
                <a:spcPct val="115000"/>
              </a:lnSpc>
              <a:spcBef>
                <a:spcPts val="0"/>
              </a:spcBef>
              <a:spcAft>
                <a:spcPts val="0"/>
              </a:spcAft>
              <a:buClr>
                <a:schemeClr val="dk2"/>
              </a:buClr>
              <a:buSzPts val="1600"/>
              <a:buChar char="■"/>
              <a:defRPr>
                <a:solidFill>
                  <a:schemeClr val="dk2"/>
                </a:solidFill>
              </a:defRPr>
            </a:lvl3pPr>
            <a:lvl4pPr marL="1828800" lvl="3" indent="-330200" algn="l">
              <a:lnSpc>
                <a:spcPct val="115000"/>
              </a:lnSpc>
              <a:spcBef>
                <a:spcPts val="0"/>
              </a:spcBef>
              <a:spcAft>
                <a:spcPts val="0"/>
              </a:spcAft>
              <a:buClr>
                <a:schemeClr val="dk2"/>
              </a:buClr>
              <a:buSzPts val="1600"/>
              <a:buChar char="●"/>
              <a:defRPr>
                <a:solidFill>
                  <a:schemeClr val="dk2"/>
                </a:solidFill>
              </a:defRPr>
            </a:lvl4pPr>
            <a:lvl5pPr marL="2286000" lvl="4" indent="-330200" algn="l">
              <a:lnSpc>
                <a:spcPct val="115000"/>
              </a:lnSpc>
              <a:spcBef>
                <a:spcPts val="0"/>
              </a:spcBef>
              <a:spcAft>
                <a:spcPts val="0"/>
              </a:spcAft>
              <a:buClr>
                <a:schemeClr val="dk2"/>
              </a:buClr>
              <a:buSzPts val="1600"/>
              <a:buChar char="○"/>
              <a:defRPr>
                <a:solidFill>
                  <a:schemeClr val="dk2"/>
                </a:solidFill>
              </a:defRPr>
            </a:lvl5pPr>
            <a:lvl6pPr marL="2743200" lvl="5" indent="-330200" algn="l">
              <a:lnSpc>
                <a:spcPct val="115000"/>
              </a:lnSpc>
              <a:spcBef>
                <a:spcPts val="0"/>
              </a:spcBef>
              <a:spcAft>
                <a:spcPts val="0"/>
              </a:spcAft>
              <a:buClr>
                <a:schemeClr val="dk2"/>
              </a:buClr>
              <a:buSzPts val="1600"/>
              <a:buChar char="■"/>
              <a:defRPr>
                <a:solidFill>
                  <a:schemeClr val="dk2"/>
                </a:solidFill>
              </a:defRPr>
            </a:lvl6pPr>
            <a:lvl7pPr marL="3200400" lvl="6" indent="-330200" algn="l">
              <a:lnSpc>
                <a:spcPct val="115000"/>
              </a:lnSpc>
              <a:spcBef>
                <a:spcPts val="0"/>
              </a:spcBef>
              <a:spcAft>
                <a:spcPts val="0"/>
              </a:spcAft>
              <a:buClr>
                <a:schemeClr val="dk2"/>
              </a:buClr>
              <a:buSzPts val="1600"/>
              <a:buChar char="●"/>
              <a:defRPr>
                <a:solidFill>
                  <a:schemeClr val="dk2"/>
                </a:solidFill>
              </a:defRPr>
            </a:lvl7pPr>
            <a:lvl8pPr marL="3657600" lvl="7" indent="-330200" algn="l">
              <a:lnSpc>
                <a:spcPct val="115000"/>
              </a:lnSpc>
              <a:spcBef>
                <a:spcPts val="0"/>
              </a:spcBef>
              <a:spcAft>
                <a:spcPts val="0"/>
              </a:spcAft>
              <a:buClr>
                <a:schemeClr val="dk2"/>
              </a:buClr>
              <a:buSzPts val="1600"/>
              <a:buChar char="○"/>
              <a:defRPr>
                <a:solidFill>
                  <a:schemeClr val="dk2"/>
                </a:solidFill>
              </a:defRPr>
            </a:lvl8pPr>
            <a:lvl9pPr marL="4114800" lvl="8" indent="-330200" algn="l">
              <a:lnSpc>
                <a:spcPct val="115000"/>
              </a:lnSpc>
              <a:spcBef>
                <a:spcPts val="0"/>
              </a:spcBef>
              <a:spcAft>
                <a:spcPts val="0"/>
              </a:spcAft>
              <a:buClr>
                <a:schemeClr val="dk2"/>
              </a:buClr>
              <a:buSzPts val="1600"/>
              <a:buChar char="■"/>
              <a:defRPr>
                <a:solidFill>
                  <a:schemeClr val="dk2"/>
                </a:solidFill>
              </a:defRPr>
            </a:lvl9pPr>
          </a:lstStyle>
          <a:p>
            <a:endParaRPr/>
          </a:p>
        </p:txBody>
      </p:sp>
      <p:sp>
        <p:nvSpPr>
          <p:cNvPr id="97" name="Google Shape;97;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8"/>
        <p:cNvGrpSpPr/>
        <p:nvPr/>
      </p:nvGrpSpPr>
      <p:grpSpPr>
        <a:xfrm>
          <a:off x="0" y="0"/>
          <a:ext cx="0" cy="0"/>
          <a:chOff x="0" y="0"/>
          <a:chExt cx="0" cy="0"/>
        </a:xfrm>
      </p:grpSpPr>
      <p:sp>
        <p:nvSpPr>
          <p:cNvPr id="99" name="Google Shape;99;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2000"/>
              <a:buNone/>
              <a:defRPr/>
            </a:lvl1pPr>
          </a:lstStyle>
          <a:p>
            <a:endParaRPr/>
          </a:p>
        </p:txBody>
      </p:sp>
      <p:sp>
        <p:nvSpPr>
          <p:cNvPr id="100" name="Google Shape;100;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01" name="Google Shape;101;p22"/>
          <p:cNvSpPr/>
          <p:nvPr/>
        </p:nvSpPr>
        <p:spPr>
          <a:xfrm rot="10800000">
            <a:off x="18150" y="18150"/>
            <a:ext cx="9144000" cy="5143500"/>
          </a:xfrm>
          <a:prstGeom prst="rtTriangl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2"/>
        <p:cNvGrpSpPr/>
        <p:nvPr/>
      </p:nvGrpSpPr>
      <p:grpSpPr>
        <a:xfrm>
          <a:off x="0" y="0"/>
          <a:ext cx="0" cy="0"/>
          <a:chOff x="0" y="0"/>
          <a:chExt cx="0" cy="0"/>
        </a:xfrm>
      </p:grpSpPr>
      <p:sp>
        <p:nvSpPr>
          <p:cNvPr id="103" name="Google Shape;103;p23"/>
          <p:cNvSpPr txBox="1">
            <a:spLocks noGrp="1"/>
          </p:cNvSpPr>
          <p:nvPr>
            <p:ph type="title" hasCustomPrompt="1"/>
          </p:nvPr>
        </p:nvSpPr>
        <p:spPr>
          <a:xfrm>
            <a:off x="311700" y="5727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04" name="Google Shape;104;p23"/>
          <p:cNvSpPr txBox="1">
            <a:spLocks noGrp="1"/>
          </p:cNvSpPr>
          <p:nvPr>
            <p:ph type="body" idx="1"/>
          </p:nvPr>
        </p:nvSpPr>
        <p:spPr>
          <a:xfrm>
            <a:off x="2431150" y="2542625"/>
            <a:ext cx="6401100" cy="2485500"/>
          </a:xfrm>
          <a:prstGeom prst="rect">
            <a:avLst/>
          </a:prstGeom>
          <a:noFill/>
          <a:ln>
            <a:noFill/>
          </a:ln>
        </p:spPr>
        <p:txBody>
          <a:bodyPr spcFirstLastPara="1" wrap="square" lIns="91425" tIns="91425" rIns="91425" bIns="91425" anchor="t" anchorCtr="0">
            <a:normAutofit/>
          </a:bodyPr>
          <a:lstStyle>
            <a:lvl1pPr marL="457200" lvl="0" indent="-355600" algn="ctr">
              <a:lnSpc>
                <a:spcPct val="115000"/>
              </a:lnSpc>
              <a:spcBef>
                <a:spcPts val="0"/>
              </a:spcBef>
              <a:spcAft>
                <a:spcPts val="0"/>
              </a:spcAft>
              <a:buSzPts val="2000"/>
              <a:buChar char="●"/>
              <a:defRPr/>
            </a:lvl1pPr>
            <a:lvl2pPr marL="914400" lvl="1" indent="-330200" algn="ctr">
              <a:lnSpc>
                <a:spcPct val="115000"/>
              </a:lnSpc>
              <a:spcBef>
                <a:spcPts val="0"/>
              </a:spcBef>
              <a:spcAft>
                <a:spcPts val="0"/>
              </a:spcAft>
              <a:buSzPts val="1600"/>
              <a:buChar char="○"/>
              <a:defRPr/>
            </a:lvl2pPr>
            <a:lvl3pPr marL="1371600" lvl="2" indent="-330200" algn="ctr">
              <a:lnSpc>
                <a:spcPct val="115000"/>
              </a:lnSpc>
              <a:spcBef>
                <a:spcPts val="0"/>
              </a:spcBef>
              <a:spcAft>
                <a:spcPts val="0"/>
              </a:spcAft>
              <a:buSzPts val="1600"/>
              <a:buChar char="■"/>
              <a:defRPr/>
            </a:lvl3pPr>
            <a:lvl4pPr marL="1828800" lvl="3" indent="-330200" algn="ctr">
              <a:lnSpc>
                <a:spcPct val="115000"/>
              </a:lnSpc>
              <a:spcBef>
                <a:spcPts val="0"/>
              </a:spcBef>
              <a:spcAft>
                <a:spcPts val="0"/>
              </a:spcAft>
              <a:buSzPts val="1600"/>
              <a:buChar char="●"/>
              <a:defRPr/>
            </a:lvl4pPr>
            <a:lvl5pPr marL="2286000" lvl="4" indent="-330200" algn="ctr">
              <a:lnSpc>
                <a:spcPct val="115000"/>
              </a:lnSpc>
              <a:spcBef>
                <a:spcPts val="0"/>
              </a:spcBef>
              <a:spcAft>
                <a:spcPts val="0"/>
              </a:spcAft>
              <a:buSzPts val="1600"/>
              <a:buChar char="○"/>
              <a:defRPr/>
            </a:lvl5pPr>
            <a:lvl6pPr marL="2743200" lvl="5" indent="-330200" algn="ctr">
              <a:lnSpc>
                <a:spcPct val="115000"/>
              </a:lnSpc>
              <a:spcBef>
                <a:spcPts val="0"/>
              </a:spcBef>
              <a:spcAft>
                <a:spcPts val="0"/>
              </a:spcAft>
              <a:buSzPts val="1600"/>
              <a:buChar char="■"/>
              <a:defRPr/>
            </a:lvl6pPr>
            <a:lvl7pPr marL="3200400" lvl="6" indent="-330200" algn="ctr">
              <a:lnSpc>
                <a:spcPct val="115000"/>
              </a:lnSpc>
              <a:spcBef>
                <a:spcPts val="0"/>
              </a:spcBef>
              <a:spcAft>
                <a:spcPts val="0"/>
              </a:spcAft>
              <a:buSzPts val="1600"/>
              <a:buChar char="●"/>
              <a:defRPr/>
            </a:lvl7pPr>
            <a:lvl8pPr marL="3657600" lvl="7" indent="-330200" algn="ctr">
              <a:lnSpc>
                <a:spcPct val="115000"/>
              </a:lnSpc>
              <a:spcBef>
                <a:spcPts val="0"/>
              </a:spcBef>
              <a:spcAft>
                <a:spcPts val="0"/>
              </a:spcAft>
              <a:buSzPts val="1600"/>
              <a:buChar char="○"/>
              <a:defRPr/>
            </a:lvl8pPr>
            <a:lvl9pPr marL="4114800" lvl="8" indent="-330200" algn="ctr">
              <a:lnSpc>
                <a:spcPct val="115000"/>
              </a:lnSpc>
              <a:spcBef>
                <a:spcPts val="0"/>
              </a:spcBef>
              <a:spcAft>
                <a:spcPts val="0"/>
              </a:spcAft>
              <a:buSzPts val="1600"/>
              <a:buChar char="■"/>
              <a:defRPr/>
            </a:lvl9pPr>
          </a:lstStyle>
          <a:p>
            <a:endParaRPr/>
          </a:p>
        </p:txBody>
      </p:sp>
      <p:sp>
        <p:nvSpPr>
          <p:cNvPr id="105" name="Google Shape;105;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06" name="Google Shape;106;p23"/>
          <p:cNvSpPr/>
          <p:nvPr/>
        </p:nvSpPr>
        <p:spPr>
          <a:xfrm rot="5400000">
            <a:off x="-81600" y="2739600"/>
            <a:ext cx="2485500" cy="2322300"/>
          </a:xfrm>
          <a:prstGeom prst="halfFrame">
            <a:avLst>
              <a:gd name="adj1" fmla="val 17968"/>
              <a:gd name="adj2" fmla="val 20313"/>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7"/>
        <p:cNvGrpSpPr/>
        <p:nvPr/>
      </p:nvGrpSpPr>
      <p:grpSpPr>
        <a:xfrm>
          <a:off x="0" y="0"/>
          <a:ext cx="0" cy="0"/>
          <a:chOff x="0" y="0"/>
          <a:chExt cx="0" cy="0"/>
        </a:xfrm>
      </p:grpSpPr>
      <p:sp>
        <p:nvSpPr>
          <p:cNvPr id="108" name="Google Shape;108;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4C1130"/>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rgbClr val="FFFFFF"/>
              </a:buClr>
              <a:buSzPts val="2800"/>
              <a:buFont typeface="Overpass"/>
              <a:buNone/>
              <a:defRPr sz="2800" b="0" i="0" u="none" strike="noStrike" cap="none">
                <a:solidFill>
                  <a:srgbClr val="FFFFFF"/>
                </a:solidFill>
                <a:latin typeface="Overpass"/>
                <a:ea typeface="Overpass"/>
                <a:cs typeface="Overpass"/>
                <a:sym typeface="Overpass"/>
              </a:defRPr>
            </a:lvl1pPr>
            <a:lvl2pPr marR="0" lvl="1" algn="l" rtl="0">
              <a:lnSpc>
                <a:spcPct val="100000"/>
              </a:lnSpc>
              <a:spcBef>
                <a:spcPts val="0"/>
              </a:spcBef>
              <a:spcAft>
                <a:spcPts val="0"/>
              </a:spcAft>
              <a:buClr>
                <a:srgbClr val="FFFFFF"/>
              </a:buClr>
              <a:buSzPts val="2800"/>
              <a:buFont typeface="Arial"/>
              <a:buNone/>
              <a:defRPr sz="2800" b="0" i="0" u="none" strike="noStrike" cap="none">
                <a:solidFill>
                  <a:srgbClr val="FFFFFF"/>
                </a:solidFill>
                <a:latin typeface="Arial"/>
                <a:ea typeface="Arial"/>
                <a:cs typeface="Arial"/>
                <a:sym typeface="Arial"/>
              </a:defRPr>
            </a:lvl2pPr>
            <a:lvl3pPr marR="0" lvl="2" algn="l" rtl="0">
              <a:lnSpc>
                <a:spcPct val="100000"/>
              </a:lnSpc>
              <a:spcBef>
                <a:spcPts val="0"/>
              </a:spcBef>
              <a:spcAft>
                <a:spcPts val="0"/>
              </a:spcAft>
              <a:buClr>
                <a:srgbClr val="FFFFFF"/>
              </a:buClr>
              <a:buSzPts val="2800"/>
              <a:buFont typeface="Arial"/>
              <a:buNone/>
              <a:defRPr sz="2800" b="0" i="0" u="none" strike="noStrike" cap="none">
                <a:solidFill>
                  <a:srgbClr val="FFFFFF"/>
                </a:solidFill>
                <a:latin typeface="Arial"/>
                <a:ea typeface="Arial"/>
                <a:cs typeface="Arial"/>
                <a:sym typeface="Arial"/>
              </a:defRPr>
            </a:lvl3pPr>
            <a:lvl4pPr marR="0" lvl="3" algn="l" rtl="0">
              <a:lnSpc>
                <a:spcPct val="100000"/>
              </a:lnSpc>
              <a:spcBef>
                <a:spcPts val="0"/>
              </a:spcBef>
              <a:spcAft>
                <a:spcPts val="0"/>
              </a:spcAft>
              <a:buClr>
                <a:srgbClr val="FFFFFF"/>
              </a:buClr>
              <a:buSzPts val="2800"/>
              <a:buFont typeface="Arial"/>
              <a:buNone/>
              <a:defRPr sz="2800" b="0" i="0" u="none" strike="noStrike" cap="none">
                <a:solidFill>
                  <a:srgbClr val="FFFFFF"/>
                </a:solidFill>
                <a:latin typeface="Arial"/>
                <a:ea typeface="Arial"/>
                <a:cs typeface="Arial"/>
                <a:sym typeface="Arial"/>
              </a:defRPr>
            </a:lvl4pPr>
            <a:lvl5pPr marR="0" lvl="4" algn="l" rtl="0">
              <a:lnSpc>
                <a:spcPct val="100000"/>
              </a:lnSpc>
              <a:spcBef>
                <a:spcPts val="0"/>
              </a:spcBef>
              <a:spcAft>
                <a:spcPts val="0"/>
              </a:spcAft>
              <a:buClr>
                <a:srgbClr val="FFFFFF"/>
              </a:buClr>
              <a:buSzPts val="2800"/>
              <a:buFont typeface="Arial"/>
              <a:buNone/>
              <a:defRPr sz="2800" b="0" i="0" u="none" strike="noStrike" cap="none">
                <a:solidFill>
                  <a:srgbClr val="FFFFFF"/>
                </a:solidFill>
                <a:latin typeface="Arial"/>
                <a:ea typeface="Arial"/>
                <a:cs typeface="Arial"/>
                <a:sym typeface="Arial"/>
              </a:defRPr>
            </a:lvl5pPr>
            <a:lvl6pPr marR="0" lvl="5" algn="l" rtl="0">
              <a:lnSpc>
                <a:spcPct val="100000"/>
              </a:lnSpc>
              <a:spcBef>
                <a:spcPts val="0"/>
              </a:spcBef>
              <a:spcAft>
                <a:spcPts val="0"/>
              </a:spcAft>
              <a:buClr>
                <a:srgbClr val="FFFFFF"/>
              </a:buClr>
              <a:buSzPts val="2800"/>
              <a:buFont typeface="Arial"/>
              <a:buNone/>
              <a:defRPr sz="2800" b="0" i="0" u="none" strike="noStrike" cap="none">
                <a:solidFill>
                  <a:srgbClr val="FFFFFF"/>
                </a:solidFill>
                <a:latin typeface="Arial"/>
                <a:ea typeface="Arial"/>
                <a:cs typeface="Arial"/>
                <a:sym typeface="Arial"/>
              </a:defRPr>
            </a:lvl6pPr>
            <a:lvl7pPr marR="0" lvl="6" algn="l" rtl="0">
              <a:lnSpc>
                <a:spcPct val="100000"/>
              </a:lnSpc>
              <a:spcBef>
                <a:spcPts val="0"/>
              </a:spcBef>
              <a:spcAft>
                <a:spcPts val="0"/>
              </a:spcAft>
              <a:buClr>
                <a:srgbClr val="FFFFFF"/>
              </a:buClr>
              <a:buSzPts val="2800"/>
              <a:buFont typeface="Arial"/>
              <a:buNone/>
              <a:defRPr sz="2800" b="0" i="0" u="none" strike="noStrike" cap="none">
                <a:solidFill>
                  <a:srgbClr val="FFFFFF"/>
                </a:solidFill>
                <a:latin typeface="Arial"/>
                <a:ea typeface="Arial"/>
                <a:cs typeface="Arial"/>
                <a:sym typeface="Arial"/>
              </a:defRPr>
            </a:lvl7pPr>
            <a:lvl8pPr marR="0" lvl="7" algn="l" rtl="0">
              <a:lnSpc>
                <a:spcPct val="100000"/>
              </a:lnSpc>
              <a:spcBef>
                <a:spcPts val="0"/>
              </a:spcBef>
              <a:spcAft>
                <a:spcPts val="0"/>
              </a:spcAft>
              <a:buClr>
                <a:srgbClr val="FFFFFF"/>
              </a:buClr>
              <a:buSzPts val="2800"/>
              <a:buFont typeface="Arial"/>
              <a:buNone/>
              <a:defRPr sz="2800" b="0" i="0" u="none" strike="noStrike" cap="none">
                <a:solidFill>
                  <a:srgbClr val="FFFFFF"/>
                </a:solidFill>
                <a:latin typeface="Arial"/>
                <a:ea typeface="Arial"/>
                <a:cs typeface="Arial"/>
                <a:sym typeface="Arial"/>
              </a:defRPr>
            </a:lvl8pPr>
            <a:lvl9pPr marR="0" lvl="8" algn="l" rtl="0">
              <a:lnSpc>
                <a:spcPct val="100000"/>
              </a:lnSpc>
              <a:spcBef>
                <a:spcPts val="0"/>
              </a:spcBef>
              <a:spcAft>
                <a:spcPts val="0"/>
              </a:spcAft>
              <a:buClr>
                <a:srgbClr val="FFFFFF"/>
              </a:buClr>
              <a:buSzPts val="2800"/>
              <a:buFont typeface="Arial"/>
              <a:buNone/>
              <a:defRPr sz="2800" b="0" i="0" u="none" strike="noStrike" cap="none">
                <a:solidFill>
                  <a:srgbClr val="FFFFFF"/>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55600" algn="l" rtl="0">
              <a:lnSpc>
                <a:spcPct val="115000"/>
              </a:lnSpc>
              <a:spcBef>
                <a:spcPts val="0"/>
              </a:spcBef>
              <a:spcAft>
                <a:spcPts val="0"/>
              </a:spcAft>
              <a:buClr>
                <a:srgbClr val="D9D9D9"/>
              </a:buClr>
              <a:buSzPts val="2000"/>
              <a:buFont typeface="Nunito"/>
              <a:buChar char="●"/>
              <a:defRPr sz="2000" b="0" i="0" u="none" strike="noStrike" cap="none">
                <a:solidFill>
                  <a:srgbClr val="D9D9D9"/>
                </a:solidFill>
                <a:latin typeface="Nunito"/>
                <a:ea typeface="Nunito"/>
                <a:cs typeface="Nunito"/>
                <a:sym typeface="Nunito"/>
              </a:defRPr>
            </a:lvl1pPr>
            <a:lvl2pPr marL="914400" marR="0" lvl="1" indent="-330200" algn="l" rtl="0">
              <a:lnSpc>
                <a:spcPct val="115000"/>
              </a:lnSpc>
              <a:spcBef>
                <a:spcPts val="0"/>
              </a:spcBef>
              <a:spcAft>
                <a:spcPts val="0"/>
              </a:spcAft>
              <a:buClr>
                <a:srgbClr val="D9D9D9"/>
              </a:buClr>
              <a:buSzPts val="1600"/>
              <a:buFont typeface="Nunito"/>
              <a:buChar char="○"/>
              <a:defRPr sz="1600" b="0" i="0" u="none" strike="noStrike" cap="none">
                <a:solidFill>
                  <a:srgbClr val="D9D9D9"/>
                </a:solidFill>
                <a:latin typeface="Nunito"/>
                <a:ea typeface="Nunito"/>
                <a:cs typeface="Nunito"/>
                <a:sym typeface="Nunito"/>
              </a:defRPr>
            </a:lvl2pPr>
            <a:lvl3pPr marL="1371600" marR="0" lvl="2" indent="-330200" algn="l" rtl="0">
              <a:lnSpc>
                <a:spcPct val="115000"/>
              </a:lnSpc>
              <a:spcBef>
                <a:spcPts val="0"/>
              </a:spcBef>
              <a:spcAft>
                <a:spcPts val="0"/>
              </a:spcAft>
              <a:buClr>
                <a:srgbClr val="D9D9D9"/>
              </a:buClr>
              <a:buSzPts val="1600"/>
              <a:buFont typeface="Nunito"/>
              <a:buChar char="■"/>
              <a:defRPr sz="1600" b="0" i="0" u="none" strike="noStrike" cap="none">
                <a:solidFill>
                  <a:srgbClr val="D9D9D9"/>
                </a:solidFill>
                <a:latin typeface="Nunito"/>
                <a:ea typeface="Nunito"/>
                <a:cs typeface="Nunito"/>
                <a:sym typeface="Nunito"/>
              </a:defRPr>
            </a:lvl3pPr>
            <a:lvl4pPr marL="1828800" marR="0" lvl="3" indent="-330200" algn="l" rtl="0">
              <a:lnSpc>
                <a:spcPct val="115000"/>
              </a:lnSpc>
              <a:spcBef>
                <a:spcPts val="0"/>
              </a:spcBef>
              <a:spcAft>
                <a:spcPts val="0"/>
              </a:spcAft>
              <a:buClr>
                <a:srgbClr val="D9D9D9"/>
              </a:buClr>
              <a:buSzPts val="1600"/>
              <a:buFont typeface="Nunito"/>
              <a:buChar char="●"/>
              <a:defRPr sz="1600" b="0" i="0" u="none" strike="noStrike" cap="none">
                <a:solidFill>
                  <a:srgbClr val="D9D9D9"/>
                </a:solidFill>
                <a:latin typeface="Nunito"/>
                <a:ea typeface="Nunito"/>
                <a:cs typeface="Nunito"/>
                <a:sym typeface="Nunito"/>
              </a:defRPr>
            </a:lvl4pPr>
            <a:lvl5pPr marL="2286000" marR="0" lvl="4" indent="-330200" algn="l" rtl="0">
              <a:lnSpc>
                <a:spcPct val="115000"/>
              </a:lnSpc>
              <a:spcBef>
                <a:spcPts val="0"/>
              </a:spcBef>
              <a:spcAft>
                <a:spcPts val="0"/>
              </a:spcAft>
              <a:buClr>
                <a:srgbClr val="D9D9D9"/>
              </a:buClr>
              <a:buSzPts val="1600"/>
              <a:buFont typeface="Nunito"/>
              <a:buChar char="○"/>
              <a:defRPr sz="1600" b="0" i="0" u="none" strike="noStrike" cap="none">
                <a:solidFill>
                  <a:srgbClr val="D9D9D9"/>
                </a:solidFill>
                <a:latin typeface="Nunito"/>
                <a:ea typeface="Nunito"/>
                <a:cs typeface="Nunito"/>
                <a:sym typeface="Nunito"/>
              </a:defRPr>
            </a:lvl5pPr>
            <a:lvl6pPr marL="2743200" marR="0" lvl="5" indent="-330200" algn="l" rtl="0">
              <a:lnSpc>
                <a:spcPct val="115000"/>
              </a:lnSpc>
              <a:spcBef>
                <a:spcPts val="0"/>
              </a:spcBef>
              <a:spcAft>
                <a:spcPts val="0"/>
              </a:spcAft>
              <a:buClr>
                <a:srgbClr val="D9D9D9"/>
              </a:buClr>
              <a:buSzPts val="1600"/>
              <a:buFont typeface="Nunito"/>
              <a:buChar char="■"/>
              <a:defRPr sz="1600" b="0" i="0" u="none" strike="noStrike" cap="none">
                <a:solidFill>
                  <a:srgbClr val="D9D9D9"/>
                </a:solidFill>
                <a:latin typeface="Nunito"/>
                <a:ea typeface="Nunito"/>
                <a:cs typeface="Nunito"/>
                <a:sym typeface="Nunito"/>
              </a:defRPr>
            </a:lvl6pPr>
            <a:lvl7pPr marL="3200400" marR="0" lvl="6" indent="-330200" algn="l" rtl="0">
              <a:lnSpc>
                <a:spcPct val="115000"/>
              </a:lnSpc>
              <a:spcBef>
                <a:spcPts val="0"/>
              </a:spcBef>
              <a:spcAft>
                <a:spcPts val="0"/>
              </a:spcAft>
              <a:buClr>
                <a:srgbClr val="D9D9D9"/>
              </a:buClr>
              <a:buSzPts val="1600"/>
              <a:buFont typeface="Nunito"/>
              <a:buChar char="●"/>
              <a:defRPr sz="1600" b="0" i="0" u="none" strike="noStrike" cap="none">
                <a:solidFill>
                  <a:srgbClr val="D9D9D9"/>
                </a:solidFill>
                <a:latin typeface="Nunito"/>
                <a:ea typeface="Nunito"/>
                <a:cs typeface="Nunito"/>
                <a:sym typeface="Nunito"/>
              </a:defRPr>
            </a:lvl7pPr>
            <a:lvl8pPr marL="3657600" marR="0" lvl="7" indent="-330200" algn="l" rtl="0">
              <a:lnSpc>
                <a:spcPct val="115000"/>
              </a:lnSpc>
              <a:spcBef>
                <a:spcPts val="0"/>
              </a:spcBef>
              <a:spcAft>
                <a:spcPts val="0"/>
              </a:spcAft>
              <a:buClr>
                <a:srgbClr val="D9D9D9"/>
              </a:buClr>
              <a:buSzPts val="1600"/>
              <a:buFont typeface="Nunito"/>
              <a:buChar char="○"/>
              <a:defRPr sz="1600" b="0" i="0" u="none" strike="noStrike" cap="none">
                <a:solidFill>
                  <a:srgbClr val="D9D9D9"/>
                </a:solidFill>
                <a:latin typeface="Nunito"/>
                <a:ea typeface="Nunito"/>
                <a:cs typeface="Nunito"/>
                <a:sym typeface="Nunito"/>
              </a:defRPr>
            </a:lvl8pPr>
            <a:lvl9pPr marL="4114800" marR="0" lvl="8" indent="-330200" algn="l" rtl="0">
              <a:lnSpc>
                <a:spcPct val="115000"/>
              </a:lnSpc>
              <a:spcBef>
                <a:spcPts val="0"/>
              </a:spcBef>
              <a:spcAft>
                <a:spcPts val="0"/>
              </a:spcAft>
              <a:buClr>
                <a:srgbClr val="D9D9D9"/>
              </a:buClr>
              <a:buSzPts val="1600"/>
              <a:buFont typeface="Nunito"/>
              <a:buChar char="■"/>
              <a:defRPr sz="1600" b="0" i="0" u="none" strike="noStrike" cap="none">
                <a:solidFill>
                  <a:srgbClr val="D9D9D9"/>
                </a:solidFill>
                <a:latin typeface="Nunito"/>
                <a:ea typeface="Nunito"/>
                <a:cs typeface="Nunito"/>
                <a:sym typeface="Nunito"/>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stackoverflow.com/questions/9726640/spectrogram-example-in-matlab" TargetMode="External"/><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5"/>
          <p:cNvSpPr txBox="1">
            <a:spLocks noGrp="1"/>
          </p:cNvSpPr>
          <p:nvPr>
            <p:ph type="ctrTitle"/>
          </p:nvPr>
        </p:nvSpPr>
        <p:spPr>
          <a:xfrm>
            <a:off x="540300" y="1723575"/>
            <a:ext cx="8520600" cy="19878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5200"/>
              <a:buNone/>
            </a:pPr>
            <a:r>
              <a:rPr lang="en"/>
              <a:t>PiRail</a:t>
            </a:r>
            <a:endParaRPr/>
          </a:p>
          <a:p>
            <a:pPr marL="0" lvl="0" indent="0" algn="ctr" rtl="0">
              <a:lnSpc>
                <a:spcPct val="100000"/>
              </a:lnSpc>
              <a:spcBef>
                <a:spcPts val="0"/>
              </a:spcBef>
              <a:spcAft>
                <a:spcPts val="0"/>
              </a:spcAft>
              <a:buSzPts val="5200"/>
              <a:buNone/>
            </a:pPr>
            <a:r>
              <a:rPr lang="en"/>
              <a:t>Investigation</a:t>
            </a:r>
            <a:endParaRPr/>
          </a:p>
        </p:txBody>
      </p:sp>
      <p:sp>
        <p:nvSpPr>
          <p:cNvPr id="114" name="Google Shape;114;p25"/>
          <p:cNvSpPr txBox="1">
            <a:spLocks noGrp="1"/>
          </p:cNvSpPr>
          <p:nvPr>
            <p:ph type="subTitle" idx="1"/>
          </p:nvPr>
        </p:nvSpPr>
        <p:spPr>
          <a:xfrm>
            <a:off x="311700" y="3977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3600"/>
              <a:buNone/>
            </a:pPr>
            <a:r>
              <a:rPr lang="en"/>
              <a:t>ReactApp - Broad Structure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App</a:t>
            </a:r>
            <a:endParaRPr/>
          </a:p>
        </p:txBody>
      </p:sp>
      <p:sp>
        <p:nvSpPr>
          <p:cNvPr id="125" name="Google Shape;125;p2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457200" lvl="0" indent="-355600" algn="l" rtl="0">
              <a:lnSpc>
                <a:spcPct val="115000"/>
              </a:lnSpc>
              <a:spcBef>
                <a:spcPts val="0"/>
              </a:spcBef>
              <a:spcAft>
                <a:spcPts val="0"/>
              </a:spcAft>
              <a:buSzPts val="2000"/>
              <a:buChar char="❖"/>
            </a:pPr>
            <a:r>
              <a:rPr lang="en">
                <a:latin typeface="Calibri"/>
              </a:rPr>
              <a:t>Contained by Index module</a:t>
            </a:r>
            <a:endParaRPr lang="en-US">
              <a:latin typeface="Calibri"/>
            </a:endParaRPr>
          </a:p>
          <a:p>
            <a:pPr marL="914400" lvl="1" indent="-330200" algn="l" rtl="0">
              <a:lnSpc>
                <a:spcPct val="115000"/>
              </a:lnSpc>
              <a:spcBef>
                <a:spcPts val="0"/>
              </a:spcBef>
              <a:spcAft>
                <a:spcPts val="0"/>
              </a:spcAft>
              <a:buSzPts val="1600"/>
              <a:buChar char="➢"/>
            </a:pPr>
            <a:r>
              <a:rPr lang="en">
                <a:latin typeface="Calibri"/>
              </a:rPr>
              <a:t>Wrapped with modules providing data</a:t>
            </a:r>
            <a:endParaRPr>
              <a:latin typeface="Calibri"/>
            </a:endParaRPr>
          </a:p>
          <a:p>
            <a:pPr marL="457200" lvl="0" indent="-355600" algn="l" rtl="0">
              <a:lnSpc>
                <a:spcPct val="115000"/>
              </a:lnSpc>
              <a:spcBef>
                <a:spcPts val="0"/>
              </a:spcBef>
              <a:spcAft>
                <a:spcPts val="0"/>
              </a:spcAft>
              <a:buSzPts val="2000"/>
              <a:buChar char="❖"/>
            </a:pPr>
            <a:r>
              <a:rPr lang="en">
                <a:latin typeface="Calibri"/>
              </a:rPr>
              <a:t>Contains all other modules</a:t>
            </a:r>
            <a:endParaRPr>
              <a:latin typeface="Calibri"/>
            </a:endParaRPr>
          </a:p>
          <a:p>
            <a:pPr marL="914400" lvl="1" indent="-330200" algn="l" rtl="0">
              <a:lnSpc>
                <a:spcPct val="115000"/>
              </a:lnSpc>
              <a:spcBef>
                <a:spcPts val="0"/>
              </a:spcBef>
              <a:spcAft>
                <a:spcPts val="0"/>
              </a:spcAft>
              <a:buSzPts val="1600"/>
              <a:buChar char="➢"/>
            </a:pPr>
            <a:r>
              <a:rPr lang="en">
                <a:latin typeface="Calibri"/>
              </a:rPr>
              <a:t>Home</a:t>
            </a:r>
            <a:endParaRPr>
              <a:latin typeface="Calibri"/>
            </a:endParaRPr>
          </a:p>
          <a:p>
            <a:pPr marL="914400" lvl="1" indent="-330200" algn="l" rtl="0">
              <a:lnSpc>
                <a:spcPct val="115000"/>
              </a:lnSpc>
              <a:spcBef>
                <a:spcPts val="0"/>
              </a:spcBef>
              <a:spcAft>
                <a:spcPts val="0"/>
              </a:spcAft>
              <a:buSzPts val="1600"/>
              <a:buChar char="➢"/>
            </a:pPr>
            <a:r>
              <a:rPr lang="en">
                <a:latin typeface="Calibri"/>
              </a:rPr>
              <a:t>IMU</a:t>
            </a:r>
            <a:endParaRPr>
              <a:latin typeface="Calibri"/>
            </a:endParaRPr>
          </a:p>
          <a:p>
            <a:pPr marL="914400" lvl="1" indent="-330200" algn="l" rtl="0">
              <a:lnSpc>
                <a:spcPct val="115000"/>
              </a:lnSpc>
              <a:spcBef>
                <a:spcPts val="0"/>
              </a:spcBef>
              <a:spcAft>
                <a:spcPts val="0"/>
              </a:spcAft>
              <a:buSzPts val="1600"/>
              <a:buChar char="➢"/>
            </a:pPr>
            <a:r>
              <a:rPr lang="en">
                <a:latin typeface="Calibri"/>
              </a:rPr>
              <a:t>Lidar</a:t>
            </a:r>
            <a:endParaRPr>
              <a:latin typeface="Calibri"/>
            </a:endParaRPr>
          </a:p>
          <a:p>
            <a:pPr marL="914400" lvl="1" indent="-330200" algn="l" rtl="0">
              <a:lnSpc>
                <a:spcPct val="115000"/>
              </a:lnSpc>
              <a:spcBef>
                <a:spcPts val="0"/>
              </a:spcBef>
              <a:spcAft>
                <a:spcPts val="0"/>
              </a:spcAft>
              <a:buSzPts val="1600"/>
              <a:buChar char="➢"/>
            </a:pPr>
            <a:r>
              <a:rPr lang="en" err="1">
                <a:latin typeface="Calibri"/>
              </a:rPr>
              <a:t>Lpcm</a:t>
            </a:r>
            <a:endParaRPr err="1">
              <a:latin typeface="Calibri"/>
            </a:endParaRPr>
          </a:p>
          <a:p>
            <a:pPr marL="914400" lvl="1" indent="-330200" algn="l" rtl="0">
              <a:lnSpc>
                <a:spcPct val="115000"/>
              </a:lnSpc>
              <a:spcBef>
                <a:spcPts val="0"/>
              </a:spcBef>
              <a:spcAft>
                <a:spcPts val="0"/>
              </a:spcAft>
              <a:buSzPts val="1600"/>
              <a:buChar char="➢"/>
            </a:pPr>
            <a:r>
              <a:rPr lang="en">
                <a:latin typeface="Calibri"/>
              </a:rPr>
              <a:t>Settings</a:t>
            </a:r>
            <a:endParaRPr>
              <a:latin typeface="Calibri"/>
            </a:endParaRPr>
          </a:p>
          <a:p>
            <a:pPr marL="914400" lvl="1" indent="-330200" algn="l" rtl="0">
              <a:lnSpc>
                <a:spcPct val="115000"/>
              </a:lnSpc>
              <a:spcBef>
                <a:spcPts val="0"/>
              </a:spcBef>
              <a:spcAft>
                <a:spcPts val="0"/>
              </a:spcAft>
              <a:buSzPts val="1600"/>
              <a:buChar char="➢"/>
            </a:pPr>
            <a:r>
              <a:rPr lang="en">
                <a:latin typeface="Calibri"/>
              </a:rPr>
              <a:t>Simulator</a:t>
            </a:r>
            <a:endParaRPr>
              <a:latin typeface="Calibri"/>
            </a:endParaRPr>
          </a:p>
          <a:p>
            <a:pPr marL="457200" lvl="0" indent="-355600" algn="l" rtl="0">
              <a:lnSpc>
                <a:spcPct val="115000"/>
              </a:lnSpc>
              <a:spcBef>
                <a:spcPts val="0"/>
              </a:spcBef>
              <a:spcAft>
                <a:spcPts val="0"/>
              </a:spcAft>
              <a:buSzPts val="2000"/>
              <a:buChar char="❖"/>
            </a:pPr>
            <a:r>
              <a:rPr lang="en">
                <a:latin typeface="Calibri"/>
              </a:rPr>
              <a:t>Router setup</a:t>
            </a:r>
            <a:endParaRPr>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Home</a:t>
            </a:r>
            <a:endParaRPr/>
          </a:p>
        </p:txBody>
      </p:sp>
      <p:sp>
        <p:nvSpPr>
          <p:cNvPr id="131" name="Google Shape;131;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457200" lvl="0" indent="-355600" algn="l" rtl="0">
              <a:lnSpc>
                <a:spcPct val="115000"/>
              </a:lnSpc>
              <a:spcBef>
                <a:spcPts val="0"/>
              </a:spcBef>
              <a:spcAft>
                <a:spcPts val="0"/>
              </a:spcAft>
              <a:buSzPts val="2000"/>
              <a:buChar char="❖"/>
            </a:pPr>
            <a:r>
              <a:rPr lang="en" err="1">
                <a:latin typeface="Calibri"/>
              </a:rPr>
              <a:t>MapContainer</a:t>
            </a:r>
            <a:endParaRPr lang="en-US" err="1">
              <a:latin typeface="Calibri"/>
            </a:endParaRPr>
          </a:p>
          <a:p>
            <a:pPr marL="914400" lvl="1" indent="-330200" algn="l" rtl="0">
              <a:lnSpc>
                <a:spcPct val="115000"/>
              </a:lnSpc>
              <a:spcBef>
                <a:spcPts val="0"/>
              </a:spcBef>
              <a:spcAft>
                <a:spcPts val="0"/>
              </a:spcAft>
              <a:buSzPts val="1600"/>
              <a:buChar char="➢"/>
            </a:pPr>
            <a:r>
              <a:rPr lang="en">
                <a:latin typeface="Calibri"/>
              </a:rPr>
              <a:t>(Renders the tiled map)</a:t>
            </a:r>
            <a:endParaRPr>
              <a:latin typeface="Calibri"/>
            </a:endParaRPr>
          </a:p>
          <a:p>
            <a:pPr marL="457200" lvl="0" indent="-355600" algn="l" rtl="0">
              <a:lnSpc>
                <a:spcPct val="115000"/>
              </a:lnSpc>
              <a:spcBef>
                <a:spcPts val="0"/>
              </a:spcBef>
              <a:spcAft>
                <a:spcPts val="0"/>
              </a:spcAft>
              <a:buSzPts val="2000"/>
              <a:buChar char="❖"/>
            </a:pPr>
            <a:r>
              <a:rPr lang="en">
                <a:latin typeface="Calibri"/>
              </a:rPr>
              <a:t>Info Tab</a:t>
            </a:r>
            <a:endParaRPr>
              <a:latin typeface="Calibri"/>
            </a:endParaRPr>
          </a:p>
          <a:p>
            <a:pPr marL="914400" lvl="1" indent="-330200" algn="l" rtl="0">
              <a:lnSpc>
                <a:spcPct val="115000"/>
              </a:lnSpc>
              <a:spcBef>
                <a:spcPts val="0"/>
              </a:spcBef>
              <a:spcAft>
                <a:spcPts val="0"/>
              </a:spcAft>
              <a:buSzPts val="1600"/>
              <a:buChar char="➢"/>
            </a:pPr>
            <a:r>
              <a:rPr lang="en">
                <a:latin typeface="Calibri"/>
              </a:rPr>
              <a:t>Contains information for the map view</a:t>
            </a:r>
            <a:endParaRPr>
              <a:latin typeface="Calibri"/>
            </a:endParaRPr>
          </a:p>
          <a:p>
            <a:pPr marL="457200" lvl="0" indent="-355600" algn="l" rtl="0">
              <a:lnSpc>
                <a:spcPct val="115000"/>
              </a:lnSpc>
              <a:spcBef>
                <a:spcPts val="0"/>
              </a:spcBef>
              <a:spcAft>
                <a:spcPts val="0"/>
              </a:spcAft>
              <a:buSzPts val="2000"/>
              <a:buChar char="❖"/>
            </a:pPr>
            <a:r>
              <a:rPr lang="en">
                <a:latin typeface="Calibri"/>
              </a:rPr>
              <a:t>Add </a:t>
            </a:r>
            <a:r>
              <a:rPr lang="en" err="1">
                <a:latin typeface="Calibri"/>
              </a:rPr>
              <a:t>PoI</a:t>
            </a:r>
            <a:r>
              <a:rPr lang="en">
                <a:latin typeface="Calibri"/>
              </a:rPr>
              <a:t> Button</a:t>
            </a:r>
            <a:endParaRPr>
              <a:latin typeface="Calibri"/>
            </a:endParaRPr>
          </a:p>
          <a:p>
            <a:pPr marL="914400" lvl="1" indent="-330200" algn="l" rtl="0">
              <a:lnSpc>
                <a:spcPct val="115000"/>
              </a:lnSpc>
              <a:spcBef>
                <a:spcPts val="0"/>
              </a:spcBef>
              <a:spcAft>
                <a:spcPts val="0"/>
              </a:spcAft>
              <a:buSzPts val="1600"/>
              <a:buChar char="➢"/>
            </a:pPr>
            <a:r>
              <a:rPr lang="en">
                <a:latin typeface="Calibri"/>
              </a:rPr>
              <a:t>Opens modal to add a Point of Interest</a:t>
            </a:r>
            <a:endParaRPr>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IMU</a:t>
            </a:r>
            <a:endParaRPr/>
          </a:p>
        </p:txBody>
      </p:sp>
      <p:sp>
        <p:nvSpPr>
          <p:cNvPr id="137" name="Google Shape;137;p29"/>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400"/>
              <a:buNone/>
            </a:pPr>
            <a:r>
              <a:rPr lang="en">
                <a:latin typeface="Calibri"/>
              </a:rPr>
              <a:t>The IMU page displays the current information from the Inertial Measurement Unit within a gauge.</a:t>
            </a:r>
            <a:endParaRPr lang="en-US">
              <a:latin typeface="Calibri"/>
            </a:endParaRPr>
          </a:p>
        </p:txBody>
      </p:sp>
      <p:pic>
        <p:nvPicPr>
          <p:cNvPr id="138" name="Google Shape;138;p29"/>
          <p:cNvPicPr preferRelativeResize="0"/>
          <p:nvPr/>
        </p:nvPicPr>
        <p:blipFill>
          <a:blip r:embed="rId3">
            <a:alphaModFix/>
          </a:blip>
          <a:stretch>
            <a:fillRect/>
          </a:stretch>
        </p:blipFill>
        <p:spPr>
          <a:xfrm>
            <a:off x="4822150" y="1238250"/>
            <a:ext cx="3220283" cy="33306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3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Lidar</a:t>
            </a:r>
            <a:endParaRPr/>
          </a:p>
        </p:txBody>
      </p:sp>
      <p:sp>
        <p:nvSpPr>
          <p:cNvPr id="144" name="Google Shape;144;p30"/>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400"/>
              <a:buFont typeface="Arial"/>
              <a:buNone/>
            </a:pPr>
            <a:r>
              <a:rPr lang="en">
                <a:latin typeface="Calibri"/>
              </a:rPr>
              <a:t>Displays an image representation of distance data.</a:t>
            </a:r>
            <a:endParaRPr lang="en-US">
              <a:latin typeface="Calibri"/>
            </a:endParaRPr>
          </a:p>
          <a:p>
            <a:pPr marL="0" lvl="0" indent="0" algn="l" rtl="0">
              <a:lnSpc>
                <a:spcPct val="115000"/>
              </a:lnSpc>
              <a:spcBef>
                <a:spcPts val="1200"/>
              </a:spcBef>
              <a:spcAft>
                <a:spcPts val="1200"/>
              </a:spcAft>
              <a:buSzPts val="1400"/>
              <a:buNone/>
            </a:pPr>
            <a:endParaRPr>
              <a:latin typeface="Calibri"/>
            </a:endParaRPr>
          </a:p>
        </p:txBody>
      </p:sp>
      <p:pic>
        <p:nvPicPr>
          <p:cNvPr id="145" name="Google Shape;145;p30"/>
          <p:cNvPicPr preferRelativeResize="0"/>
          <p:nvPr/>
        </p:nvPicPr>
        <p:blipFill>
          <a:blip r:embed="rId3">
            <a:alphaModFix/>
          </a:blip>
          <a:stretch>
            <a:fillRect/>
          </a:stretch>
        </p:blipFill>
        <p:spPr>
          <a:xfrm>
            <a:off x="311699" y="1635344"/>
            <a:ext cx="3999899" cy="225045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3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LPCM</a:t>
            </a:r>
            <a:endParaRPr/>
          </a:p>
        </p:txBody>
      </p:sp>
      <p:sp>
        <p:nvSpPr>
          <p:cNvPr id="151" name="Google Shape;151;p31"/>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p>
            <a:pPr marL="457200" lvl="0" indent="-317500" algn="l" rtl="0">
              <a:lnSpc>
                <a:spcPct val="115000"/>
              </a:lnSpc>
              <a:spcBef>
                <a:spcPts val="0"/>
              </a:spcBef>
              <a:spcAft>
                <a:spcPts val="0"/>
              </a:spcAft>
              <a:buSzPts val="1400"/>
              <a:buChar char="❖"/>
            </a:pPr>
            <a:r>
              <a:rPr lang="en">
                <a:latin typeface="Calibri"/>
              </a:rPr>
              <a:t>Contains collected audio</a:t>
            </a:r>
            <a:endParaRPr lang="en-US">
              <a:latin typeface="Calibri"/>
            </a:endParaRPr>
          </a:p>
          <a:p>
            <a:pPr marL="457200" lvl="0" indent="-317500" algn="l" rtl="0">
              <a:lnSpc>
                <a:spcPct val="115000"/>
              </a:lnSpc>
              <a:spcBef>
                <a:spcPts val="0"/>
              </a:spcBef>
              <a:spcAft>
                <a:spcPts val="0"/>
              </a:spcAft>
              <a:buSzPts val="1400"/>
              <a:buChar char="❖"/>
            </a:pPr>
            <a:r>
              <a:rPr lang="en">
                <a:latin typeface="Calibri"/>
              </a:rPr>
              <a:t>Could be used to provide a spectrogram or other useful representation</a:t>
            </a:r>
            <a:endParaRPr>
              <a:latin typeface="Calibri"/>
            </a:endParaRPr>
          </a:p>
        </p:txBody>
      </p:sp>
      <p:sp>
        <p:nvSpPr>
          <p:cNvPr id="152" name="Google Shape;152;p31"/>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400"/>
              <a:buNone/>
            </a:pPr>
            <a:r>
              <a:rPr lang="en">
                <a:latin typeface="Calibri"/>
              </a:rPr>
              <a:t>Spectrogram Example:</a:t>
            </a:r>
            <a:endParaRPr lang="en-US">
              <a:latin typeface="Calibri"/>
            </a:endParaRPr>
          </a:p>
        </p:txBody>
      </p:sp>
      <p:pic>
        <p:nvPicPr>
          <p:cNvPr id="153" name="Google Shape;153;p31">
            <a:hlinkClick r:id="rId3"/>
          </p:cNvPr>
          <p:cNvPicPr preferRelativeResize="0"/>
          <p:nvPr/>
        </p:nvPicPr>
        <p:blipFill>
          <a:blip r:embed="rId4">
            <a:alphaModFix/>
          </a:blip>
          <a:stretch>
            <a:fillRect/>
          </a:stretch>
        </p:blipFill>
        <p:spPr>
          <a:xfrm>
            <a:off x="4832400" y="1587800"/>
            <a:ext cx="3696650" cy="25920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3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Simulator</a:t>
            </a:r>
            <a:endParaRPr/>
          </a:p>
        </p:txBody>
      </p:sp>
      <p:sp>
        <p:nvSpPr>
          <p:cNvPr id="159" name="Google Shape;159;p3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457200" lvl="0" indent="-355600" algn="l" rtl="0">
              <a:lnSpc>
                <a:spcPct val="115000"/>
              </a:lnSpc>
              <a:spcBef>
                <a:spcPts val="0"/>
              </a:spcBef>
              <a:spcAft>
                <a:spcPts val="0"/>
              </a:spcAft>
              <a:buSzPts val="2000"/>
              <a:buChar char="❖"/>
            </a:pPr>
            <a:r>
              <a:rPr lang="en">
                <a:latin typeface="Comfortaa"/>
                <a:ea typeface="Calibri"/>
                <a:cs typeface="Calibri"/>
              </a:rPr>
              <a:t>Used to load historical data for observation</a:t>
            </a:r>
            <a:endParaRPr lang="en-US">
              <a:latin typeface="Comfortaa"/>
              <a:ea typeface="Calibri"/>
              <a:cs typeface="Calibri"/>
            </a:endParaRPr>
          </a:p>
          <a:p>
            <a:pPr marL="457200" lvl="0" indent="-355600" algn="l" rtl="0">
              <a:lnSpc>
                <a:spcPct val="115000"/>
              </a:lnSpc>
              <a:spcBef>
                <a:spcPts val="0"/>
              </a:spcBef>
              <a:spcAft>
                <a:spcPts val="0"/>
              </a:spcAft>
              <a:buSzPts val="2000"/>
              <a:buChar char="❖"/>
            </a:pPr>
            <a:r>
              <a:rPr lang="en">
                <a:latin typeface="Comfortaa"/>
                <a:ea typeface="Calibri"/>
                <a:cs typeface="Calibri"/>
              </a:rPr>
              <a:t>Can generate random data for testing</a:t>
            </a:r>
            <a:endParaRPr>
              <a:latin typeface="Comfortaa"/>
              <a:ea typeface="Calibri"/>
              <a:cs typeface="Calibri"/>
            </a:endParaRPr>
          </a:p>
          <a:p>
            <a:pPr marL="457200" lvl="0" indent="-355600" algn="l" rtl="0">
              <a:lnSpc>
                <a:spcPct val="115000"/>
              </a:lnSpc>
              <a:spcBef>
                <a:spcPts val="0"/>
              </a:spcBef>
              <a:spcAft>
                <a:spcPts val="0"/>
              </a:spcAft>
              <a:buSzPts val="2000"/>
              <a:buChar char="❖"/>
            </a:pPr>
            <a:r>
              <a:rPr lang="en">
                <a:latin typeface="Comfortaa"/>
                <a:ea typeface="Calibri"/>
                <a:cs typeface="Calibri"/>
              </a:rPr>
              <a:t>Loaded and generated data is viewed throughout the application</a:t>
            </a:r>
            <a:endParaRPr>
              <a:latin typeface="Comfortaa"/>
              <a:ea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3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3600"/>
              <a:buNone/>
            </a:pPr>
            <a:r>
              <a:rPr lang="en">
                <a:solidFill>
                  <a:schemeClr val="lt1"/>
                </a:solidFill>
              </a:rPr>
              <a:t>ReactApp - </a:t>
            </a:r>
            <a:r>
              <a:rPr lang="en"/>
              <a:t>Potential Work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Representing IMU Data Over Time</a:t>
            </a:r>
            <a:endParaRPr/>
          </a:p>
        </p:txBody>
      </p:sp>
      <p:sp>
        <p:nvSpPr>
          <p:cNvPr id="170" name="Google Shape;170;p34"/>
          <p:cNvSpPr txBox="1">
            <a:spLocks noGrp="1"/>
          </p:cNvSpPr>
          <p:nvPr>
            <p:ph type="body" idx="1"/>
          </p:nvPr>
        </p:nvSpPr>
        <p:spPr>
          <a:xfrm>
            <a:off x="2520165" y="931702"/>
            <a:ext cx="36804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2000"/>
              <a:buNone/>
            </a:pPr>
            <a:r>
              <a:rPr lang="en">
                <a:latin typeface="Calibri"/>
              </a:rPr>
              <a:t>Currently IMU data is a snapshot of</a:t>
            </a:r>
            <a:endParaRPr lang="en-US">
              <a:latin typeface="Calibri"/>
            </a:endParaRPr>
          </a:p>
          <a:p>
            <a:pPr marL="457200" lvl="0" indent="-355600" algn="l" rtl="0">
              <a:lnSpc>
                <a:spcPct val="115000"/>
              </a:lnSpc>
              <a:spcBef>
                <a:spcPts val="1200"/>
              </a:spcBef>
              <a:spcAft>
                <a:spcPts val="0"/>
              </a:spcAft>
              <a:buSzPts val="2000"/>
              <a:buChar char="❖"/>
            </a:pPr>
            <a:r>
              <a:rPr lang="en">
                <a:latin typeface="Calibri"/>
              </a:rPr>
              <a:t>Roll</a:t>
            </a:r>
            <a:endParaRPr>
              <a:latin typeface="Calibri"/>
            </a:endParaRPr>
          </a:p>
          <a:p>
            <a:pPr marL="457200" lvl="0" indent="-355600" algn="l" rtl="0">
              <a:lnSpc>
                <a:spcPct val="115000"/>
              </a:lnSpc>
              <a:spcBef>
                <a:spcPts val="0"/>
              </a:spcBef>
              <a:spcAft>
                <a:spcPts val="0"/>
              </a:spcAft>
              <a:buSzPts val="2000"/>
              <a:buChar char="❖"/>
            </a:pPr>
            <a:r>
              <a:rPr lang="en">
                <a:latin typeface="Calibri"/>
              </a:rPr>
              <a:t>Pitch</a:t>
            </a:r>
            <a:endParaRPr>
              <a:latin typeface="Calibri"/>
            </a:endParaRPr>
          </a:p>
          <a:p>
            <a:pPr marL="457200" lvl="0" indent="-355600" algn="l" rtl="0">
              <a:lnSpc>
                <a:spcPct val="115000"/>
              </a:lnSpc>
              <a:spcBef>
                <a:spcPts val="0"/>
              </a:spcBef>
              <a:spcAft>
                <a:spcPts val="0"/>
              </a:spcAft>
              <a:buSzPts val="2000"/>
              <a:buChar char="❖"/>
            </a:pPr>
            <a:r>
              <a:rPr lang="en">
                <a:latin typeface="Calibri"/>
              </a:rPr>
              <a:t>Yaw</a:t>
            </a:r>
            <a:endParaRPr>
              <a:latin typeface="Calibri"/>
            </a:endParaRPr>
          </a:p>
          <a:p>
            <a:pPr marL="0" lvl="0" indent="0" algn="l" rtl="0">
              <a:lnSpc>
                <a:spcPct val="115000"/>
              </a:lnSpc>
              <a:spcBef>
                <a:spcPts val="1200"/>
              </a:spcBef>
              <a:spcAft>
                <a:spcPts val="0"/>
              </a:spcAft>
              <a:buNone/>
            </a:pPr>
            <a:r>
              <a:rPr lang="en">
                <a:latin typeface="Calibri"/>
              </a:rPr>
              <a:t>On a gauge:</a:t>
            </a:r>
            <a:endParaRPr>
              <a:latin typeface="Calibri"/>
            </a:endParaRPr>
          </a:p>
          <a:p>
            <a:pPr marL="0" lvl="0" indent="0" algn="l" rtl="0">
              <a:lnSpc>
                <a:spcPct val="115000"/>
              </a:lnSpc>
              <a:spcBef>
                <a:spcPts val="1200"/>
              </a:spcBef>
              <a:spcAft>
                <a:spcPts val="1200"/>
              </a:spcAft>
              <a:buSzPts val="2000"/>
              <a:buNone/>
            </a:pPr>
            <a:endParaRPr>
              <a:latin typeface="Calibri"/>
            </a:endParaRPr>
          </a:p>
        </p:txBody>
      </p:sp>
      <p:sp>
        <p:nvSpPr>
          <p:cNvPr id="171" name="Google Shape;171;p34"/>
          <p:cNvSpPr txBox="1">
            <a:spLocks noGrp="1"/>
          </p:cNvSpPr>
          <p:nvPr>
            <p:ph type="body" idx="1"/>
          </p:nvPr>
        </p:nvSpPr>
        <p:spPr>
          <a:xfrm>
            <a:off x="5362775" y="949603"/>
            <a:ext cx="3469500" cy="3416400"/>
          </a:xfrm>
          <a:prstGeom prst="rect">
            <a:avLst/>
          </a:prstGeom>
          <a:noFill/>
          <a:ln>
            <a:noFill/>
          </a:ln>
        </p:spPr>
        <p:txBody>
          <a:bodyPr spcFirstLastPara="1" wrap="square" lIns="91425" tIns="91425" rIns="91425" bIns="91425" anchor="t" anchorCtr="0">
            <a:normAutofit/>
          </a:bodyPr>
          <a:lstStyle/>
          <a:p>
            <a:pPr marL="0" lvl="0" indent="0" algn="ctr" rtl="0">
              <a:lnSpc>
                <a:spcPct val="115000"/>
              </a:lnSpc>
              <a:spcBef>
                <a:spcPts val="0"/>
              </a:spcBef>
              <a:spcAft>
                <a:spcPts val="0"/>
              </a:spcAft>
              <a:buNone/>
            </a:pPr>
            <a:r>
              <a:rPr lang="en">
                <a:latin typeface="Calibri"/>
              </a:rPr>
              <a:t>Suggested:</a:t>
            </a:r>
            <a:endParaRPr>
              <a:latin typeface="Calibri"/>
            </a:endParaRPr>
          </a:p>
        </p:txBody>
      </p:sp>
      <p:pic>
        <p:nvPicPr>
          <p:cNvPr id="172" name="Google Shape;172;p34"/>
          <p:cNvPicPr preferRelativeResize="0"/>
          <p:nvPr/>
        </p:nvPicPr>
        <p:blipFill>
          <a:blip r:embed="rId3">
            <a:alphaModFix/>
          </a:blip>
          <a:stretch>
            <a:fillRect/>
          </a:stretch>
        </p:blipFill>
        <p:spPr>
          <a:xfrm>
            <a:off x="122901" y="1325875"/>
            <a:ext cx="2409200" cy="2491750"/>
          </a:xfrm>
          <a:prstGeom prst="rect">
            <a:avLst/>
          </a:prstGeom>
          <a:noFill/>
          <a:ln>
            <a:noFill/>
          </a:ln>
        </p:spPr>
      </p:pic>
      <p:pic>
        <p:nvPicPr>
          <p:cNvPr id="3" name="Picture 2" descr="A blue line with a black line&#10;&#10;AI-generated content may be incorrect.">
            <a:extLst>
              <a:ext uri="{FF2B5EF4-FFF2-40B4-BE49-F238E27FC236}">
                <a16:creationId xmlns:a16="http://schemas.microsoft.com/office/drawing/2014/main" id="{CE722257-8816-55F0-C5D6-728F7D0E437B}"/>
              </a:ext>
            </a:extLst>
          </p:cNvPr>
          <p:cNvPicPr>
            <a:picLocks noChangeAspect="1"/>
          </p:cNvPicPr>
          <p:nvPr/>
        </p:nvPicPr>
        <p:blipFill>
          <a:blip r:embed="rId4"/>
          <a:stretch>
            <a:fillRect/>
          </a:stretch>
        </p:blipFill>
        <p:spPr>
          <a:xfrm>
            <a:off x="5514680" y="1449370"/>
            <a:ext cx="3163872" cy="17793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EA4A-F0FA-D7CD-D9D6-8D8A2C829580}"/>
              </a:ext>
            </a:extLst>
          </p:cNvPr>
          <p:cNvSpPr>
            <a:spLocks noGrp="1"/>
          </p:cNvSpPr>
          <p:nvPr>
            <p:ph type="title"/>
          </p:nvPr>
        </p:nvSpPr>
        <p:spPr/>
        <p:txBody>
          <a:bodyPr>
            <a:normAutofit/>
          </a:bodyPr>
          <a:lstStyle/>
          <a:p>
            <a:r>
              <a:rPr lang="en-US"/>
              <a:t>Machine Learning Module</a:t>
            </a:r>
          </a:p>
        </p:txBody>
      </p:sp>
    </p:spTree>
    <p:extLst>
      <p:ext uri="{BB962C8B-B14F-4D97-AF65-F5344CB8AC3E}">
        <p14:creationId xmlns:p14="http://schemas.microsoft.com/office/powerpoint/2010/main" val="2808087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CFB16-3FF1-0C9C-7E7E-4C26E89F1F95}"/>
              </a:ext>
            </a:extLst>
          </p:cNvPr>
          <p:cNvSpPr>
            <a:spLocks noGrp="1"/>
          </p:cNvSpPr>
          <p:nvPr>
            <p:ph type="title"/>
          </p:nvPr>
        </p:nvSpPr>
        <p:spPr/>
        <p:txBody>
          <a:bodyPr>
            <a:normAutofit fontScale="90000"/>
          </a:bodyPr>
          <a:lstStyle/>
          <a:p>
            <a:r>
              <a:rPr lang="en-US"/>
              <a:t>Overview</a:t>
            </a:r>
          </a:p>
        </p:txBody>
      </p:sp>
      <p:sp>
        <p:nvSpPr>
          <p:cNvPr id="3" name="Text Placeholder 2">
            <a:extLst>
              <a:ext uri="{FF2B5EF4-FFF2-40B4-BE49-F238E27FC236}">
                <a16:creationId xmlns:a16="http://schemas.microsoft.com/office/drawing/2014/main" id="{5CA3E37A-4F0D-EEFE-202A-7D47B78BFE8D}"/>
              </a:ext>
            </a:extLst>
          </p:cNvPr>
          <p:cNvSpPr>
            <a:spLocks noGrp="1"/>
          </p:cNvSpPr>
          <p:nvPr>
            <p:ph type="body" idx="1"/>
          </p:nvPr>
        </p:nvSpPr>
        <p:spPr/>
        <p:txBody>
          <a:bodyPr/>
          <a:lstStyle/>
          <a:p>
            <a:r>
              <a:rPr lang="en-US">
                <a:latin typeface="Calibri"/>
              </a:rPr>
              <a:t>The current code is a very limited test, probably just a proof of concept.</a:t>
            </a:r>
          </a:p>
          <a:p>
            <a:r>
              <a:rPr lang="en-US">
                <a:latin typeface="Calibri"/>
              </a:rPr>
              <a:t>All of the currently implemented models are supervised, but we (probably) do not have sufficient training data.</a:t>
            </a:r>
          </a:p>
          <a:p>
            <a:r>
              <a:rPr lang="en-US">
                <a:latin typeface="Calibri"/>
              </a:rPr>
              <a:t>Previous models are from the scikit learn module. They have good reliable implementations, so we should probably continue using them at least for proofs of concept.</a:t>
            </a:r>
          </a:p>
        </p:txBody>
      </p:sp>
    </p:spTree>
    <p:extLst>
      <p:ext uri="{BB962C8B-B14F-4D97-AF65-F5344CB8AC3E}">
        <p14:creationId xmlns:p14="http://schemas.microsoft.com/office/powerpoint/2010/main" val="41182019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F7F0D-77B4-0D5A-78AF-5FE86875FE37}"/>
              </a:ext>
            </a:extLst>
          </p:cNvPr>
          <p:cNvSpPr>
            <a:spLocks noGrp="1"/>
          </p:cNvSpPr>
          <p:nvPr>
            <p:ph type="title"/>
          </p:nvPr>
        </p:nvSpPr>
        <p:spPr/>
        <p:txBody>
          <a:bodyPr>
            <a:normAutofit fontScale="90000"/>
          </a:bodyPr>
          <a:lstStyle/>
          <a:p>
            <a:r>
              <a:rPr lang="en-US"/>
              <a:t>Previously Implemented Models</a:t>
            </a:r>
          </a:p>
        </p:txBody>
      </p:sp>
      <p:sp>
        <p:nvSpPr>
          <p:cNvPr id="3" name="Text Placeholder 2">
            <a:extLst>
              <a:ext uri="{FF2B5EF4-FFF2-40B4-BE49-F238E27FC236}">
                <a16:creationId xmlns:a16="http://schemas.microsoft.com/office/drawing/2014/main" id="{82CCD84B-6B27-F850-68C5-D3B06DB49719}"/>
              </a:ext>
            </a:extLst>
          </p:cNvPr>
          <p:cNvSpPr>
            <a:spLocks noGrp="1"/>
          </p:cNvSpPr>
          <p:nvPr>
            <p:ph type="body" idx="1"/>
          </p:nvPr>
        </p:nvSpPr>
        <p:spPr/>
        <p:txBody>
          <a:bodyPr>
            <a:normAutofit fontScale="92500" lnSpcReduction="10000"/>
          </a:bodyPr>
          <a:lstStyle/>
          <a:p>
            <a:r>
              <a:rPr lang="en-US" b="1">
                <a:latin typeface="Calibri"/>
              </a:rPr>
              <a:t>K-Nearest Neighbors</a:t>
            </a:r>
            <a:r>
              <a:rPr lang="en-US">
                <a:latin typeface="Calibri"/>
              </a:rPr>
              <a:t>: Predicting label based upon the k training entries that are most similar to the entry being predicted.</a:t>
            </a:r>
          </a:p>
          <a:p>
            <a:r>
              <a:rPr lang="en-US" b="1">
                <a:latin typeface="Calibri"/>
              </a:rPr>
              <a:t>Support Vector Machine</a:t>
            </a:r>
            <a:r>
              <a:rPr lang="en-US">
                <a:latin typeface="Calibri"/>
              </a:rPr>
              <a:t>: Attempts to establish a boundary between entries with different labels. Prediction is based on which of the established zones an entry falls into.</a:t>
            </a:r>
          </a:p>
          <a:p>
            <a:r>
              <a:rPr lang="en-US" b="1">
                <a:latin typeface="Calibri"/>
              </a:rPr>
              <a:t>Logistic Regression</a:t>
            </a:r>
            <a:r>
              <a:rPr lang="en-US">
                <a:latin typeface="Calibri"/>
              </a:rPr>
              <a:t>: Fits a function to the explanatory variables that estimates the probability of being True/False given the input.</a:t>
            </a:r>
          </a:p>
          <a:p>
            <a:r>
              <a:rPr lang="en-US" b="1">
                <a:latin typeface="Calibri"/>
              </a:rPr>
              <a:t>Multilayer Perceptron</a:t>
            </a:r>
            <a:r>
              <a:rPr lang="en-US">
                <a:latin typeface="Calibri"/>
              </a:rPr>
              <a:t>: Neural network.</a:t>
            </a:r>
          </a:p>
          <a:p>
            <a:r>
              <a:rPr lang="en-US" b="1">
                <a:latin typeface="Calibri"/>
              </a:rPr>
              <a:t>Decision Tree Classifier</a:t>
            </a:r>
            <a:r>
              <a:rPr lang="en-US">
                <a:latin typeface="Calibri"/>
              </a:rPr>
              <a:t>: A series of branching nodes that sort entries into leaf nodes based on whether they meet criteria of each node that leads to the leaf.</a:t>
            </a:r>
          </a:p>
        </p:txBody>
      </p:sp>
    </p:spTree>
    <p:extLst>
      <p:ext uri="{BB962C8B-B14F-4D97-AF65-F5344CB8AC3E}">
        <p14:creationId xmlns:p14="http://schemas.microsoft.com/office/powerpoint/2010/main" val="20252057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88581-5869-187F-C99F-6B94D090925E}"/>
              </a:ext>
            </a:extLst>
          </p:cNvPr>
          <p:cNvSpPr>
            <a:spLocks noGrp="1"/>
          </p:cNvSpPr>
          <p:nvPr>
            <p:ph type="title"/>
          </p:nvPr>
        </p:nvSpPr>
        <p:spPr/>
        <p:txBody>
          <a:bodyPr>
            <a:normAutofit fontScale="90000"/>
          </a:bodyPr>
          <a:lstStyle/>
          <a:p>
            <a:r>
              <a:rPr lang="en-US"/>
              <a:t>The Issue with Supervised Learning</a:t>
            </a:r>
          </a:p>
        </p:txBody>
      </p:sp>
      <p:sp>
        <p:nvSpPr>
          <p:cNvPr id="3" name="Text Placeholder 2">
            <a:extLst>
              <a:ext uri="{FF2B5EF4-FFF2-40B4-BE49-F238E27FC236}">
                <a16:creationId xmlns:a16="http://schemas.microsoft.com/office/drawing/2014/main" id="{9B9BD061-1FB4-77CF-45C0-831EFB2E3835}"/>
              </a:ext>
            </a:extLst>
          </p:cNvPr>
          <p:cNvSpPr>
            <a:spLocks noGrp="1"/>
          </p:cNvSpPr>
          <p:nvPr>
            <p:ph type="body" idx="1"/>
          </p:nvPr>
        </p:nvSpPr>
        <p:spPr/>
        <p:txBody>
          <a:bodyPr/>
          <a:lstStyle/>
          <a:p>
            <a:r>
              <a:rPr lang="en-US">
                <a:latin typeface="Calibri"/>
                <a:ea typeface="Calibri"/>
                <a:cs typeface="Calibri"/>
              </a:rPr>
              <a:t>Supervised learning requires training data with correct labels so that the model can learn from it. Our project sponsor gave the impression that this data was not easily accessible to us.</a:t>
            </a:r>
          </a:p>
          <a:p>
            <a:r>
              <a:rPr lang="en-US">
                <a:latin typeface="Calibri"/>
                <a:ea typeface="Calibri"/>
                <a:cs typeface="Calibri"/>
              </a:rPr>
              <a:t>The current ML module creates sample training data by assuming that an entry with a Z acceleration value that is more than 12 standard deviations from the mean indicates a damaged segment.</a:t>
            </a:r>
          </a:p>
          <a:p>
            <a:r>
              <a:rPr lang="en-US">
                <a:latin typeface="Calibri"/>
                <a:ea typeface="Calibri"/>
                <a:cs typeface="Calibri"/>
              </a:rPr>
              <a:t>We already measure Z acceleration, so predicting it does not accomplish anything. Using it as a feature in our model seems more useful.</a:t>
            </a:r>
          </a:p>
        </p:txBody>
      </p:sp>
    </p:spTree>
    <p:extLst>
      <p:ext uri="{BB962C8B-B14F-4D97-AF65-F5344CB8AC3E}">
        <p14:creationId xmlns:p14="http://schemas.microsoft.com/office/powerpoint/2010/main" val="16724039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94ABA-42F0-854D-1DE2-16BC74F6785A}"/>
              </a:ext>
            </a:extLst>
          </p:cNvPr>
          <p:cNvSpPr>
            <a:spLocks noGrp="1"/>
          </p:cNvSpPr>
          <p:nvPr>
            <p:ph type="title"/>
          </p:nvPr>
        </p:nvSpPr>
        <p:spPr/>
        <p:txBody>
          <a:bodyPr>
            <a:normAutofit fontScale="90000"/>
          </a:bodyPr>
          <a:lstStyle/>
          <a:p>
            <a:r>
              <a:rPr lang="en-US"/>
              <a:t>Unsupervised Learning</a:t>
            </a:r>
          </a:p>
        </p:txBody>
      </p:sp>
      <p:sp>
        <p:nvSpPr>
          <p:cNvPr id="3" name="Text Placeholder 2">
            <a:extLst>
              <a:ext uri="{FF2B5EF4-FFF2-40B4-BE49-F238E27FC236}">
                <a16:creationId xmlns:a16="http://schemas.microsoft.com/office/drawing/2014/main" id="{4D069F96-D2FD-B0C2-30B0-8E8DC6E03182}"/>
              </a:ext>
            </a:extLst>
          </p:cNvPr>
          <p:cNvSpPr>
            <a:spLocks noGrp="1"/>
          </p:cNvSpPr>
          <p:nvPr>
            <p:ph type="body" idx="1"/>
          </p:nvPr>
        </p:nvSpPr>
        <p:spPr/>
        <p:txBody>
          <a:bodyPr/>
          <a:lstStyle/>
          <a:p>
            <a:r>
              <a:rPr lang="en-US">
                <a:latin typeface="Calibri"/>
                <a:ea typeface="Calibri"/>
                <a:cs typeface="Calibri"/>
              </a:rPr>
              <a:t>Attempts to identify patterns in unlabeled data.</a:t>
            </a:r>
          </a:p>
          <a:p>
            <a:r>
              <a:rPr lang="en-US">
                <a:latin typeface="Calibri"/>
                <a:ea typeface="Calibri"/>
                <a:cs typeface="Calibri"/>
              </a:rPr>
              <a:t>Good for anomaly detection.</a:t>
            </a:r>
          </a:p>
          <a:p>
            <a:r>
              <a:rPr lang="en-US">
                <a:latin typeface="Calibri"/>
                <a:ea typeface="Calibri"/>
                <a:cs typeface="Calibri"/>
              </a:rPr>
              <a:t>Models that might be worth testing:</a:t>
            </a:r>
          </a:p>
          <a:p>
            <a:pPr lvl="1"/>
            <a:r>
              <a:rPr lang="en-US">
                <a:latin typeface="Calibri"/>
                <a:ea typeface="Calibri"/>
                <a:cs typeface="Calibri"/>
              </a:rPr>
              <a:t>K-Means clustering: Grouping data with data points that are similar. Implementation would be fast.</a:t>
            </a:r>
          </a:p>
          <a:p>
            <a:pPr lvl="1"/>
            <a:r>
              <a:rPr lang="en-US">
                <a:latin typeface="Calibri"/>
                <a:ea typeface="Calibri"/>
                <a:cs typeface="Calibri"/>
              </a:rPr>
              <a:t>Time Series Decomposition: Estimates trend, seasonality and residual. Large residuals from the estimated pattern indicate anomalies. Seasonal component might be good for regular patterns (like joints between railroad segments).</a:t>
            </a:r>
          </a:p>
          <a:p>
            <a:pPr marL="101600" indent="0">
              <a:buNone/>
            </a:pPr>
            <a:endParaRPr lang="en-US">
              <a:latin typeface="Calibri"/>
            </a:endParaRPr>
          </a:p>
          <a:p>
            <a:endParaRPr lang="en-US">
              <a:latin typeface="Calibri"/>
            </a:endParaRPr>
          </a:p>
        </p:txBody>
      </p:sp>
    </p:spTree>
    <p:extLst>
      <p:ext uri="{BB962C8B-B14F-4D97-AF65-F5344CB8AC3E}">
        <p14:creationId xmlns:p14="http://schemas.microsoft.com/office/powerpoint/2010/main" val="27633112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B874C-78A8-8D57-537D-7845352FFCAF}"/>
              </a:ext>
            </a:extLst>
          </p:cNvPr>
          <p:cNvSpPr>
            <a:spLocks noGrp="1"/>
          </p:cNvSpPr>
          <p:nvPr>
            <p:ph type="title"/>
          </p:nvPr>
        </p:nvSpPr>
        <p:spPr/>
        <p:txBody>
          <a:bodyPr/>
          <a:lstStyle/>
          <a:p>
            <a:r>
              <a:rPr lang="en-US"/>
              <a:t>GPS-PI Module</a:t>
            </a:r>
          </a:p>
        </p:txBody>
      </p:sp>
    </p:spTree>
    <p:extLst>
      <p:ext uri="{BB962C8B-B14F-4D97-AF65-F5344CB8AC3E}">
        <p14:creationId xmlns:p14="http://schemas.microsoft.com/office/powerpoint/2010/main" val="4605222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416BD-E29E-E083-113D-136E5760600D}"/>
              </a:ext>
            </a:extLst>
          </p:cNvPr>
          <p:cNvSpPr>
            <a:spLocks noGrp="1"/>
          </p:cNvSpPr>
          <p:nvPr>
            <p:ph type="title"/>
          </p:nvPr>
        </p:nvSpPr>
        <p:spPr/>
        <p:txBody>
          <a:bodyPr>
            <a:normAutofit fontScale="90000"/>
          </a:bodyPr>
          <a:lstStyle/>
          <a:p>
            <a:r>
              <a:rPr lang="en-US"/>
              <a:t>Overview</a:t>
            </a:r>
          </a:p>
        </p:txBody>
      </p:sp>
      <p:sp>
        <p:nvSpPr>
          <p:cNvPr id="3" name="Text Placeholder 2">
            <a:extLst>
              <a:ext uri="{FF2B5EF4-FFF2-40B4-BE49-F238E27FC236}">
                <a16:creationId xmlns:a16="http://schemas.microsoft.com/office/drawing/2014/main" id="{16728797-16E9-A454-0882-0BFE789D0353}"/>
              </a:ext>
            </a:extLst>
          </p:cNvPr>
          <p:cNvSpPr>
            <a:spLocks noGrp="1"/>
          </p:cNvSpPr>
          <p:nvPr>
            <p:ph type="body" idx="1"/>
          </p:nvPr>
        </p:nvSpPr>
        <p:spPr/>
        <p:txBody>
          <a:bodyPr/>
          <a:lstStyle/>
          <a:p>
            <a:r>
              <a:rPr lang="en-US"/>
              <a:t>The purpose of the GPS-PI module was to take a modular Raspberry Pi based data logging system for accurate location and motion tracking</a:t>
            </a:r>
          </a:p>
          <a:p>
            <a:pPr>
              <a:lnSpc>
                <a:spcPct val="114999"/>
              </a:lnSpc>
            </a:pPr>
            <a:r>
              <a:rPr lang="en-US"/>
              <a:t>Core Features</a:t>
            </a:r>
          </a:p>
          <a:p>
            <a:pPr lvl="1">
              <a:lnSpc>
                <a:spcPct val="114999"/>
              </a:lnSpc>
            </a:pPr>
            <a:r>
              <a:rPr lang="en-US"/>
              <a:t>Integrates GPS and IMU sensors</a:t>
            </a:r>
          </a:p>
          <a:p>
            <a:pPr lvl="1">
              <a:lnSpc>
                <a:spcPct val="114999"/>
              </a:lnSpc>
            </a:pPr>
            <a:r>
              <a:rPr lang="en-US"/>
              <a:t>Processes GPS long, </a:t>
            </a:r>
            <a:r>
              <a:rPr lang="en-US" err="1"/>
              <a:t>lat</a:t>
            </a:r>
            <a:r>
              <a:rPr lang="en-US"/>
              <a:t>, speed, altitude and timestamps</a:t>
            </a:r>
          </a:p>
          <a:p>
            <a:pPr lvl="1">
              <a:lnSpc>
                <a:spcPct val="114999"/>
              </a:lnSpc>
            </a:pPr>
            <a:r>
              <a:rPr lang="en-US"/>
              <a:t>Sends structured data (JSON) over UDP for real-time monitoring</a:t>
            </a:r>
          </a:p>
          <a:p>
            <a:pPr lvl="1">
              <a:lnSpc>
                <a:spcPct val="114999"/>
              </a:lnSpc>
            </a:pPr>
            <a:r>
              <a:rPr lang="en-US"/>
              <a:t>Detects and initializes </a:t>
            </a:r>
            <a:r>
              <a:rPr lang="en-US" err="1"/>
              <a:t>BerryIMU</a:t>
            </a:r>
            <a:r>
              <a:rPr lang="en-US"/>
              <a:t> sensors (accelerometer, gyroscope, magnetometer) </a:t>
            </a:r>
          </a:p>
        </p:txBody>
      </p:sp>
    </p:spTree>
    <p:extLst>
      <p:ext uri="{BB962C8B-B14F-4D97-AF65-F5344CB8AC3E}">
        <p14:creationId xmlns:p14="http://schemas.microsoft.com/office/powerpoint/2010/main" val="27905291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A8DE0-5AD1-E6B1-33B6-A1A37E133E9D}"/>
              </a:ext>
            </a:extLst>
          </p:cNvPr>
          <p:cNvSpPr>
            <a:spLocks noGrp="1"/>
          </p:cNvSpPr>
          <p:nvPr>
            <p:ph type="title"/>
          </p:nvPr>
        </p:nvSpPr>
        <p:spPr/>
        <p:txBody>
          <a:bodyPr>
            <a:normAutofit fontScale="90000"/>
          </a:bodyPr>
          <a:lstStyle/>
          <a:p>
            <a:r>
              <a:rPr lang="en-US"/>
              <a:t>How does this apply to </a:t>
            </a:r>
            <a:r>
              <a:rPr lang="en-US" err="1"/>
              <a:t>PiRail</a:t>
            </a:r>
          </a:p>
        </p:txBody>
      </p:sp>
      <p:sp>
        <p:nvSpPr>
          <p:cNvPr id="3" name="Text Placeholder 2">
            <a:extLst>
              <a:ext uri="{FF2B5EF4-FFF2-40B4-BE49-F238E27FC236}">
                <a16:creationId xmlns:a16="http://schemas.microsoft.com/office/drawing/2014/main" id="{AFB29EDE-7D43-9E20-0350-15D6EEEC0E2E}"/>
              </a:ext>
            </a:extLst>
          </p:cNvPr>
          <p:cNvSpPr>
            <a:spLocks noGrp="1"/>
          </p:cNvSpPr>
          <p:nvPr>
            <p:ph type="body" idx="1"/>
          </p:nvPr>
        </p:nvSpPr>
        <p:spPr/>
        <p:txBody>
          <a:bodyPr/>
          <a:lstStyle/>
          <a:p>
            <a:r>
              <a:rPr lang="en-US"/>
              <a:t>Project Goal: Assist railway maintenance teams by pinpointing POIs and logging repair locations along the track</a:t>
            </a:r>
          </a:p>
          <a:p>
            <a:pPr>
              <a:lnSpc>
                <a:spcPct val="114999"/>
              </a:lnSpc>
            </a:pPr>
            <a:r>
              <a:rPr lang="en-US"/>
              <a:t>Integration</a:t>
            </a:r>
          </a:p>
          <a:p>
            <a:pPr lvl="1">
              <a:lnSpc>
                <a:spcPct val="114999"/>
              </a:lnSpc>
            </a:pPr>
            <a:r>
              <a:rPr lang="en-US"/>
              <a:t>GPS – Provides precise train or inspection position</a:t>
            </a:r>
          </a:p>
          <a:p>
            <a:pPr lvl="1">
              <a:lnSpc>
                <a:spcPct val="114999"/>
              </a:lnSpc>
            </a:pPr>
            <a:r>
              <a:rPr lang="en-US"/>
              <a:t>IMU – Captures motion, orientation and vibration data</a:t>
            </a:r>
          </a:p>
          <a:p>
            <a:pPr lvl="1">
              <a:lnSpc>
                <a:spcPct val="114999"/>
              </a:lnSpc>
            </a:pPr>
            <a:r>
              <a:rPr lang="en-US"/>
              <a:t>Data is timestamped, logged and transmitted for analysis</a:t>
            </a:r>
          </a:p>
        </p:txBody>
      </p:sp>
    </p:spTree>
    <p:extLst>
      <p:ext uri="{BB962C8B-B14F-4D97-AF65-F5344CB8AC3E}">
        <p14:creationId xmlns:p14="http://schemas.microsoft.com/office/powerpoint/2010/main" val="41748088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DBE5E-6068-C000-7F47-8F92B4BDF1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0F3EA3-DB18-6E7B-C364-C598AC4DC7A6}"/>
              </a:ext>
            </a:extLst>
          </p:cNvPr>
          <p:cNvSpPr>
            <a:spLocks noGrp="1"/>
          </p:cNvSpPr>
          <p:nvPr>
            <p:ph type="title"/>
          </p:nvPr>
        </p:nvSpPr>
        <p:spPr/>
        <p:txBody>
          <a:bodyPr/>
          <a:lstStyle/>
          <a:p>
            <a:r>
              <a:rPr lang="en-US"/>
              <a:t>LIDAR Module</a:t>
            </a:r>
          </a:p>
        </p:txBody>
      </p:sp>
    </p:spTree>
    <p:extLst>
      <p:ext uri="{BB962C8B-B14F-4D97-AF65-F5344CB8AC3E}">
        <p14:creationId xmlns:p14="http://schemas.microsoft.com/office/powerpoint/2010/main" val="32484288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DF503-0AEA-422F-212D-45AB0FEB6F90}"/>
              </a:ext>
            </a:extLst>
          </p:cNvPr>
          <p:cNvSpPr>
            <a:spLocks noGrp="1"/>
          </p:cNvSpPr>
          <p:nvPr>
            <p:ph type="title"/>
          </p:nvPr>
        </p:nvSpPr>
        <p:spPr>
          <a:xfrm>
            <a:off x="311700" y="174314"/>
            <a:ext cx="8520600" cy="572700"/>
          </a:xfrm>
        </p:spPr>
        <p:txBody>
          <a:bodyPr>
            <a:normAutofit fontScale="90000"/>
          </a:bodyPr>
          <a:lstStyle/>
          <a:p>
            <a:r>
              <a:rPr lang="en-US"/>
              <a:t>Overview</a:t>
            </a:r>
          </a:p>
        </p:txBody>
      </p:sp>
      <p:sp>
        <p:nvSpPr>
          <p:cNvPr id="3" name="Text Placeholder 2">
            <a:extLst>
              <a:ext uri="{FF2B5EF4-FFF2-40B4-BE49-F238E27FC236}">
                <a16:creationId xmlns:a16="http://schemas.microsoft.com/office/drawing/2014/main" id="{B58E082A-E4E6-C2B6-D033-49B5EA71964E}"/>
              </a:ext>
            </a:extLst>
          </p:cNvPr>
          <p:cNvSpPr>
            <a:spLocks noGrp="1"/>
          </p:cNvSpPr>
          <p:nvPr>
            <p:ph type="body" idx="1"/>
          </p:nvPr>
        </p:nvSpPr>
        <p:spPr>
          <a:xfrm>
            <a:off x="311700" y="744260"/>
            <a:ext cx="8520600" cy="3416400"/>
          </a:xfrm>
        </p:spPr>
        <p:txBody>
          <a:bodyPr/>
          <a:lstStyle/>
          <a:p>
            <a:pPr marL="101600" indent="0">
              <a:buNone/>
            </a:pPr>
            <a:r>
              <a:rPr lang="en-US"/>
              <a:t>How LIDAR (Light Detection and Ranging) works</a:t>
            </a:r>
          </a:p>
          <a:p>
            <a:pPr>
              <a:lnSpc>
                <a:spcPct val="114999"/>
              </a:lnSpc>
            </a:pPr>
            <a:r>
              <a:rPr lang="en-US"/>
              <a:t>Lasers constantly emit light out in every direction</a:t>
            </a:r>
          </a:p>
          <a:p>
            <a:pPr>
              <a:lnSpc>
                <a:spcPct val="114999"/>
              </a:lnSpc>
            </a:pPr>
            <a:r>
              <a:rPr lang="en-US"/>
              <a:t>When the light hits an object, it bounces back after some time</a:t>
            </a:r>
          </a:p>
          <a:p>
            <a:pPr>
              <a:lnSpc>
                <a:spcPct val="114999"/>
              </a:lnSpc>
            </a:pPr>
            <a:r>
              <a:rPr lang="en-US"/>
              <a:t>It uses these things to calculate how far things are in the surrounding area</a:t>
            </a:r>
          </a:p>
          <a:p>
            <a:pPr>
              <a:lnSpc>
                <a:spcPct val="114999"/>
              </a:lnSpc>
            </a:pPr>
            <a:r>
              <a:rPr lang="en-US"/>
              <a:t>The result is a 3D model of the area that the lasers have been shooting at</a:t>
            </a:r>
          </a:p>
        </p:txBody>
      </p:sp>
      <p:pic>
        <p:nvPicPr>
          <p:cNvPr id="6" name="Google Shape;145;p30" descr="A train tracks with power lines and trees&#10;&#10;AI-generated content may be incorrect.">
            <a:extLst>
              <a:ext uri="{FF2B5EF4-FFF2-40B4-BE49-F238E27FC236}">
                <a16:creationId xmlns:a16="http://schemas.microsoft.com/office/drawing/2014/main" id="{88CD28CC-A85D-0A5C-71CC-F5A7CBF76878}"/>
              </a:ext>
            </a:extLst>
          </p:cNvPr>
          <p:cNvPicPr preferRelativeResize="0"/>
          <p:nvPr/>
        </p:nvPicPr>
        <p:blipFill>
          <a:blip r:embed="rId2">
            <a:alphaModFix/>
          </a:blip>
          <a:stretch>
            <a:fillRect/>
          </a:stretch>
        </p:blipFill>
        <p:spPr>
          <a:xfrm>
            <a:off x="5730205" y="3018976"/>
            <a:ext cx="3011591" cy="1803570"/>
          </a:xfrm>
          <a:prstGeom prst="rect">
            <a:avLst/>
          </a:prstGeom>
          <a:noFill/>
          <a:ln>
            <a:noFill/>
          </a:ln>
        </p:spPr>
      </p:pic>
    </p:spTree>
    <p:extLst>
      <p:ext uri="{BB962C8B-B14F-4D97-AF65-F5344CB8AC3E}">
        <p14:creationId xmlns:p14="http://schemas.microsoft.com/office/powerpoint/2010/main" val="8229134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C7B0F-1D7E-A360-A0C4-546AF02E74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61F2E1-9E4A-335E-245B-E9A8BB404B9D}"/>
              </a:ext>
            </a:extLst>
          </p:cNvPr>
          <p:cNvSpPr>
            <a:spLocks noGrp="1"/>
          </p:cNvSpPr>
          <p:nvPr>
            <p:ph type="title"/>
          </p:nvPr>
        </p:nvSpPr>
        <p:spPr>
          <a:xfrm>
            <a:off x="311700" y="174314"/>
            <a:ext cx="8520600" cy="572700"/>
          </a:xfrm>
        </p:spPr>
        <p:txBody>
          <a:bodyPr>
            <a:normAutofit fontScale="90000"/>
          </a:bodyPr>
          <a:lstStyle/>
          <a:p>
            <a:r>
              <a:rPr lang="en-US"/>
              <a:t>How LIDAR Module Works in </a:t>
            </a:r>
            <a:r>
              <a:rPr lang="en-US" err="1"/>
              <a:t>PiRail</a:t>
            </a:r>
          </a:p>
        </p:txBody>
      </p:sp>
      <p:sp>
        <p:nvSpPr>
          <p:cNvPr id="3" name="Text Placeholder 2">
            <a:extLst>
              <a:ext uri="{FF2B5EF4-FFF2-40B4-BE49-F238E27FC236}">
                <a16:creationId xmlns:a16="http://schemas.microsoft.com/office/drawing/2014/main" id="{4ADFF8F7-CFA1-35FD-7D4F-53597CA24EC2}"/>
              </a:ext>
            </a:extLst>
          </p:cNvPr>
          <p:cNvSpPr>
            <a:spLocks noGrp="1"/>
          </p:cNvSpPr>
          <p:nvPr>
            <p:ph type="body" idx="1"/>
          </p:nvPr>
        </p:nvSpPr>
        <p:spPr>
          <a:xfrm>
            <a:off x="311700" y="744260"/>
            <a:ext cx="8520600" cy="3416400"/>
          </a:xfrm>
        </p:spPr>
        <p:txBody>
          <a:bodyPr/>
          <a:lstStyle/>
          <a:p>
            <a:pPr>
              <a:lnSpc>
                <a:spcPct val="114999"/>
              </a:lnSpc>
            </a:pPr>
            <a:r>
              <a:rPr lang="en-US"/>
              <a:t>Created 2 years ago</a:t>
            </a:r>
          </a:p>
          <a:p>
            <a:pPr>
              <a:lnSpc>
                <a:spcPct val="114999"/>
              </a:lnSpc>
            </a:pPr>
            <a:r>
              <a:rPr lang="en-US"/>
              <a:t>Created with the idea of detecting objects close to the track, seeing if they are "hard" or "soft" objects, and deciding if these objects would be a problem in the future</a:t>
            </a:r>
          </a:p>
          <a:p>
            <a:pPr>
              <a:lnSpc>
                <a:spcPct val="114999"/>
              </a:lnSpc>
            </a:pPr>
            <a:r>
              <a:rPr lang="en-US"/>
              <a:t>Currently not being worked on</a:t>
            </a:r>
          </a:p>
          <a:p>
            <a:pPr>
              <a:lnSpc>
                <a:spcPct val="114999"/>
              </a:lnSpc>
            </a:pPr>
            <a:r>
              <a:rPr lang="en-US"/>
              <a:t>Could be used in the future to decide on which areas should be indicated as POIs</a:t>
            </a:r>
          </a:p>
          <a:p>
            <a:pPr>
              <a:lnSpc>
                <a:spcPct val="114999"/>
              </a:lnSpc>
            </a:pPr>
            <a:endParaRPr lang="en-US"/>
          </a:p>
        </p:txBody>
      </p:sp>
      <p:pic>
        <p:nvPicPr>
          <p:cNvPr id="6" name="Google Shape;145;p30" descr="A train tracks with power lines and trees&#10;&#10;AI-generated content may be incorrect.">
            <a:extLst>
              <a:ext uri="{FF2B5EF4-FFF2-40B4-BE49-F238E27FC236}">
                <a16:creationId xmlns:a16="http://schemas.microsoft.com/office/drawing/2014/main" id="{E7DA20AB-9816-98FF-A415-B92509D226F5}"/>
              </a:ext>
            </a:extLst>
          </p:cNvPr>
          <p:cNvPicPr preferRelativeResize="0"/>
          <p:nvPr/>
        </p:nvPicPr>
        <p:blipFill>
          <a:blip r:embed="rId2">
            <a:alphaModFix/>
          </a:blip>
          <a:stretch>
            <a:fillRect/>
          </a:stretch>
        </p:blipFill>
        <p:spPr>
          <a:xfrm>
            <a:off x="5730205" y="3018976"/>
            <a:ext cx="3011591" cy="1803570"/>
          </a:xfrm>
          <a:prstGeom prst="rect">
            <a:avLst/>
          </a:prstGeom>
          <a:noFill/>
          <a:ln>
            <a:noFill/>
          </a:ln>
        </p:spPr>
      </p:pic>
    </p:spTree>
    <p:extLst>
      <p:ext uri="{BB962C8B-B14F-4D97-AF65-F5344CB8AC3E}">
        <p14:creationId xmlns:p14="http://schemas.microsoft.com/office/powerpoint/2010/main" val="39857233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D1DEE-2EEA-43C3-8ED7-6EC45ECE75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A33C56-9BCC-FAD6-F44B-215B31C3AC44}"/>
              </a:ext>
            </a:extLst>
          </p:cNvPr>
          <p:cNvSpPr>
            <a:spLocks noGrp="1"/>
          </p:cNvSpPr>
          <p:nvPr>
            <p:ph type="title"/>
          </p:nvPr>
        </p:nvSpPr>
        <p:spPr/>
        <p:txBody>
          <a:bodyPr/>
          <a:lstStyle/>
          <a:p>
            <a:r>
              <a:rPr lang="en-US"/>
              <a:t>Known Module</a:t>
            </a:r>
          </a:p>
        </p:txBody>
      </p:sp>
    </p:spTree>
    <p:extLst>
      <p:ext uri="{BB962C8B-B14F-4D97-AF65-F5344CB8AC3E}">
        <p14:creationId xmlns:p14="http://schemas.microsoft.com/office/powerpoint/2010/main" val="15564871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3EC36-15B6-3E52-474D-758410D0BBB1}"/>
              </a:ext>
            </a:extLst>
          </p:cNvPr>
          <p:cNvSpPr>
            <a:spLocks noGrp="1"/>
          </p:cNvSpPr>
          <p:nvPr>
            <p:ph type="title"/>
          </p:nvPr>
        </p:nvSpPr>
        <p:spPr/>
        <p:txBody>
          <a:bodyPr>
            <a:normAutofit fontScale="90000"/>
          </a:bodyPr>
          <a:lstStyle/>
          <a:p>
            <a:r>
              <a:rPr lang="en-US"/>
              <a:t>Known Module </a:t>
            </a:r>
          </a:p>
        </p:txBody>
      </p:sp>
      <p:sp>
        <p:nvSpPr>
          <p:cNvPr id="3" name="Text Placeholder 2">
            <a:extLst>
              <a:ext uri="{FF2B5EF4-FFF2-40B4-BE49-F238E27FC236}">
                <a16:creationId xmlns:a16="http://schemas.microsoft.com/office/drawing/2014/main" id="{318D4695-2F2A-22F6-85D8-5478222C07E9}"/>
              </a:ext>
            </a:extLst>
          </p:cNvPr>
          <p:cNvSpPr>
            <a:spLocks noGrp="1"/>
          </p:cNvSpPr>
          <p:nvPr>
            <p:ph type="body" idx="1"/>
          </p:nvPr>
        </p:nvSpPr>
        <p:spPr/>
        <p:txBody>
          <a:bodyPr>
            <a:normAutofit lnSpcReduction="10000"/>
          </a:bodyPr>
          <a:lstStyle/>
          <a:p>
            <a:pPr marL="101600" indent="0">
              <a:buNone/>
            </a:pPr>
            <a:r>
              <a:rPr lang="en-US" b="1"/>
              <a:t>What This Dataset Is</a:t>
            </a:r>
            <a:endParaRPr lang="en-US"/>
          </a:p>
          <a:p>
            <a:pPr>
              <a:lnSpc>
                <a:spcPct val="114999"/>
              </a:lnSpc>
            </a:pPr>
            <a:r>
              <a:rPr lang="en-US"/>
              <a:t>Each line = one </a:t>
            </a:r>
            <a:r>
              <a:rPr lang="en-US" b="1"/>
              <a:t>geotagged feature</a:t>
            </a:r>
            <a:r>
              <a:rPr lang="en-US"/>
              <a:t> along the rail corridor</a:t>
            </a:r>
          </a:p>
          <a:p>
            <a:pPr>
              <a:lnSpc>
                <a:spcPct val="114999"/>
              </a:lnSpc>
            </a:pPr>
            <a:r>
              <a:rPr lang="en-US"/>
              <a:t>Used to </a:t>
            </a:r>
            <a:r>
              <a:rPr lang="en-US" b="1"/>
              <a:t>organize sensor findings</a:t>
            </a:r>
            <a:r>
              <a:rPr lang="en-US"/>
              <a:t> and </a:t>
            </a:r>
            <a:r>
              <a:rPr lang="en-US" b="1"/>
              <a:t>visualize potential issues</a:t>
            </a:r>
            <a:endParaRPr lang="en-US"/>
          </a:p>
          <a:p>
            <a:pPr>
              <a:lnSpc>
                <a:spcPct val="114999"/>
              </a:lnSpc>
            </a:pPr>
            <a:endParaRPr lang="en-US" b="1"/>
          </a:p>
          <a:p>
            <a:pPr marL="101600" indent="0">
              <a:lnSpc>
                <a:spcPct val="114999"/>
              </a:lnSpc>
              <a:buNone/>
            </a:pPr>
            <a:r>
              <a:rPr lang="en-US" b="1"/>
              <a:t>Record Format (Readable Schema)</a:t>
            </a:r>
          </a:p>
          <a:p>
            <a:pPr>
              <a:lnSpc>
                <a:spcPct val="114999"/>
              </a:lnSpc>
            </a:pPr>
            <a:r>
              <a:rPr lang="en-US" err="1"/>
              <a:t>lat</a:t>
            </a:r>
            <a:r>
              <a:rPr lang="en-US"/>
              <a:t>, </a:t>
            </a:r>
            <a:r>
              <a:rPr lang="en-US" err="1"/>
              <a:t>lon</a:t>
            </a:r>
            <a:r>
              <a:rPr lang="en-US"/>
              <a:t>: WGS-84 coordinates (nullable)</a:t>
            </a:r>
          </a:p>
          <a:p>
            <a:pPr>
              <a:lnSpc>
                <a:spcPct val="114999"/>
              </a:lnSpc>
            </a:pPr>
            <a:r>
              <a:rPr lang="en-US"/>
              <a:t>milepost: Decimal mile along the line</a:t>
            </a:r>
          </a:p>
          <a:p>
            <a:pPr>
              <a:lnSpc>
                <a:spcPct val="114999"/>
              </a:lnSpc>
            </a:pPr>
            <a:r>
              <a:rPr lang="en-US"/>
              <a:t>code: Feature type (X, MP, O, S, CRF)</a:t>
            </a:r>
          </a:p>
          <a:p>
            <a:pPr>
              <a:lnSpc>
                <a:spcPct val="114999"/>
              </a:lnSpc>
            </a:pPr>
            <a:r>
              <a:rPr lang="en-US"/>
              <a:t>properties: JSON attributes such as name, crossing, start, end, or offset</a:t>
            </a:r>
          </a:p>
          <a:p>
            <a:pPr>
              <a:lnSpc>
                <a:spcPct val="114999"/>
              </a:lnSpc>
            </a:pPr>
            <a:endParaRPr lang="en-US" b="1"/>
          </a:p>
          <a:p>
            <a:pPr marL="101600" indent="0">
              <a:lnSpc>
                <a:spcPct val="114999"/>
              </a:lnSpc>
              <a:buNone/>
            </a:pPr>
            <a:endParaRPr lang="en-US"/>
          </a:p>
          <a:p>
            <a:pPr marL="101600" indent="0">
              <a:lnSpc>
                <a:spcPct val="114999"/>
              </a:lnSpc>
              <a:buNone/>
            </a:pPr>
            <a:endParaRPr lang="en-US"/>
          </a:p>
        </p:txBody>
      </p:sp>
    </p:spTree>
    <p:extLst>
      <p:ext uri="{BB962C8B-B14F-4D97-AF65-F5344CB8AC3E}">
        <p14:creationId xmlns:p14="http://schemas.microsoft.com/office/powerpoint/2010/main" val="9313980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5FE63-9A6F-3643-4463-D4BEEDD961DE}"/>
              </a:ext>
            </a:extLst>
          </p:cNvPr>
          <p:cNvSpPr>
            <a:spLocks noGrp="1"/>
          </p:cNvSpPr>
          <p:nvPr>
            <p:ph type="title"/>
          </p:nvPr>
        </p:nvSpPr>
        <p:spPr/>
        <p:txBody>
          <a:bodyPr/>
          <a:lstStyle/>
          <a:p>
            <a:r>
              <a:rPr lang="en-US" sz="2000" b="1">
                <a:solidFill>
                  <a:srgbClr val="D9D9D9"/>
                </a:solidFill>
              </a:rPr>
              <a:t>Feature Codes</a:t>
            </a:r>
            <a:endParaRPr lang="en-US"/>
          </a:p>
        </p:txBody>
      </p:sp>
      <p:sp>
        <p:nvSpPr>
          <p:cNvPr id="3" name="Text Placeholder 2">
            <a:extLst>
              <a:ext uri="{FF2B5EF4-FFF2-40B4-BE49-F238E27FC236}">
                <a16:creationId xmlns:a16="http://schemas.microsoft.com/office/drawing/2014/main" id="{CE46A875-9482-B6FA-3EC1-C45F3DEC52B7}"/>
              </a:ext>
            </a:extLst>
          </p:cNvPr>
          <p:cNvSpPr>
            <a:spLocks noGrp="1"/>
          </p:cNvSpPr>
          <p:nvPr>
            <p:ph type="body" idx="1"/>
          </p:nvPr>
        </p:nvSpPr>
        <p:spPr/>
        <p:txBody>
          <a:bodyPr/>
          <a:lstStyle/>
          <a:p>
            <a:pPr marL="101600" indent="0">
              <a:buNone/>
            </a:pPr>
            <a:endParaRPr lang="en-US" b="1"/>
          </a:p>
          <a:p>
            <a:pPr>
              <a:lnSpc>
                <a:spcPct val="114999"/>
              </a:lnSpc>
            </a:pPr>
            <a:r>
              <a:rPr lang="en-US"/>
              <a:t>X – Grade crossings (often includes an FRA ID)</a:t>
            </a:r>
          </a:p>
          <a:p>
            <a:pPr>
              <a:lnSpc>
                <a:spcPct val="114999"/>
              </a:lnSpc>
            </a:pPr>
            <a:r>
              <a:rPr lang="en-US"/>
              <a:t>MP – Milepost markers (used to calibrate and align data)</a:t>
            </a:r>
          </a:p>
          <a:p>
            <a:pPr>
              <a:lnSpc>
                <a:spcPct val="114999"/>
              </a:lnSpc>
            </a:pPr>
            <a:r>
              <a:rPr lang="en-US"/>
              <a:t>O – Other assets or natural features (bridges, rivers, ponds)</a:t>
            </a:r>
          </a:p>
          <a:p>
            <a:pPr>
              <a:lnSpc>
                <a:spcPct val="114999"/>
              </a:lnSpc>
            </a:pPr>
            <a:r>
              <a:rPr lang="en-US"/>
              <a:t>S – Segment annotations (curves, offsets)</a:t>
            </a:r>
          </a:p>
          <a:p>
            <a:pPr>
              <a:lnSpc>
                <a:spcPct val="114999"/>
              </a:lnSpc>
            </a:pPr>
            <a:r>
              <a:rPr lang="en-US"/>
              <a:t>CRF – Corridor or region features with start and end mileposts</a:t>
            </a:r>
          </a:p>
          <a:p>
            <a:pPr>
              <a:lnSpc>
                <a:spcPct val="114999"/>
              </a:lnSpc>
            </a:pPr>
            <a:endParaRPr lang="en-US"/>
          </a:p>
        </p:txBody>
      </p:sp>
    </p:spTree>
    <p:extLst>
      <p:ext uri="{BB962C8B-B14F-4D97-AF65-F5344CB8AC3E}">
        <p14:creationId xmlns:p14="http://schemas.microsoft.com/office/powerpoint/2010/main" val="7481995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5D1F9-2311-BF28-520F-257F144BB9CF}"/>
              </a:ext>
            </a:extLst>
          </p:cNvPr>
          <p:cNvSpPr>
            <a:spLocks noGrp="1"/>
          </p:cNvSpPr>
          <p:nvPr>
            <p:ph type="title"/>
          </p:nvPr>
        </p:nvSpPr>
        <p:spPr/>
        <p:txBody>
          <a:bodyPr>
            <a:normAutofit fontScale="90000"/>
          </a:bodyPr>
          <a:lstStyle/>
          <a:p>
            <a:r>
              <a:rPr lang="en-US"/>
              <a:t>Use Cases</a:t>
            </a:r>
          </a:p>
        </p:txBody>
      </p:sp>
      <p:sp>
        <p:nvSpPr>
          <p:cNvPr id="3" name="Text Placeholder 2">
            <a:extLst>
              <a:ext uri="{FF2B5EF4-FFF2-40B4-BE49-F238E27FC236}">
                <a16:creationId xmlns:a16="http://schemas.microsoft.com/office/drawing/2014/main" id="{42A66DC4-207D-34AE-C2A7-E01D2463B3BB}"/>
              </a:ext>
            </a:extLst>
          </p:cNvPr>
          <p:cNvSpPr>
            <a:spLocks noGrp="1"/>
          </p:cNvSpPr>
          <p:nvPr>
            <p:ph type="body" idx="1"/>
          </p:nvPr>
        </p:nvSpPr>
        <p:spPr/>
        <p:txBody>
          <a:bodyPr/>
          <a:lstStyle/>
          <a:p>
            <a:r>
              <a:rPr lang="en-US" b="1"/>
              <a:t>Data Integration:</a:t>
            </a:r>
            <a:r>
              <a:rPr lang="en-US"/>
              <a:t> Export features to </a:t>
            </a:r>
            <a:r>
              <a:rPr lang="en-US" err="1"/>
              <a:t>GeoJSON</a:t>
            </a:r>
            <a:r>
              <a:rPr lang="en-US"/>
              <a:t> and load into GIS tools (QGIS, </a:t>
            </a:r>
            <a:r>
              <a:rPr lang="en-US" err="1"/>
              <a:t>Mapbox</a:t>
            </a:r>
            <a:r>
              <a:rPr lang="en-US"/>
              <a:t>, ArcGIS) for mapping and visualization.</a:t>
            </a:r>
          </a:p>
          <a:p>
            <a:pPr>
              <a:lnSpc>
                <a:spcPct val="114999"/>
              </a:lnSpc>
            </a:pPr>
            <a:r>
              <a:rPr lang="en-US" b="1"/>
              <a:t>Analysis &amp; Validation:</a:t>
            </a:r>
            <a:r>
              <a:rPr lang="en-US"/>
              <a:t> Align sensor readings with nearby features, verify mileposts and IDs, and ensure all key fields are complete.</a:t>
            </a:r>
          </a:p>
          <a:p>
            <a:pPr>
              <a:lnSpc>
                <a:spcPct val="114999"/>
              </a:lnSpc>
            </a:pPr>
            <a:r>
              <a:rPr lang="en-US" b="1"/>
              <a:t>Application:</a:t>
            </a:r>
            <a:r>
              <a:rPr lang="en-US"/>
              <a:t> We use this data to identify and monitor key points of interest along the rail corridor.</a:t>
            </a:r>
          </a:p>
          <a:p>
            <a:pPr marL="101600" indent="0">
              <a:lnSpc>
                <a:spcPct val="114999"/>
              </a:lnSpc>
              <a:buNone/>
            </a:pPr>
            <a:endParaRPr lang="en-US"/>
          </a:p>
        </p:txBody>
      </p:sp>
    </p:spTree>
    <p:extLst>
      <p:ext uri="{BB962C8B-B14F-4D97-AF65-F5344CB8AC3E}">
        <p14:creationId xmlns:p14="http://schemas.microsoft.com/office/powerpoint/2010/main" val="17557493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C1DB54B-C119-9563-8A95-39C21766DBD4}"/>
              </a:ext>
            </a:extLst>
          </p:cNvPr>
          <p:cNvSpPr>
            <a:spLocks noGrp="1"/>
          </p:cNvSpPr>
          <p:nvPr>
            <p:ph type="title"/>
          </p:nvPr>
        </p:nvSpPr>
        <p:spPr/>
        <p:txBody>
          <a:bodyPr/>
          <a:lstStyle/>
          <a:p>
            <a:r>
              <a:rPr lang="en-US"/>
              <a:t>Webserver Module</a:t>
            </a:r>
          </a:p>
        </p:txBody>
      </p:sp>
    </p:spTree>
    <p:extLst>
      <p:ext uri="{BB962C8B-B14F-4D97-AF65-F5344CB8AC3E}">
        <p14:creationId xmlns:p14="http://schemas.microsoft.com/office/powerpoint/2010/main" val="16107169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5A219D8-5CF8-E6A2-25F9-41DC305563AD}"/>
              </a:ext>
            </a:extLst>
          </p:cNvPr>
          <p:cNvSpPr>
            <a:spLocks noGrp="1"/>
          </p:cNvSpPr>
          <p:nvPr>
            <p:ph type="title"/>
          </p:nvPr>
        </p:nvSpPr>
        <p:spPr/>
        <p:txBody>
          <a:bodyPr>
            <a:normAutofit fontScale="90000"/>
          </a:bodyPr>
          <a:lstStyle/>
          <a:p>
            <a:r>
              <a:rPr lang="en-US"/>
              <a:t>Webserver Module</a:t>
            </a:r>
          </a:p>
        </p:txBody>
      </p:sp>
      <p:sp>
        <p:nvSpPr>
          <p:cNvPr id="4" name="Text Placeholder 3">
            <a:extLst>
              <a:ext uri="{FF2B5EF4-FFF2-40B4-BE49-F238E27FC236}">
                <a16:creationId xmlns:a16="http://schemas.microsoft.com/office/drawing/2014/main" id="{E6A701B0-F481-071D-F352-FD9A304D7325}"/>
              </a:ext>
            </a:extLst>
          </p:cNvPr>
          <p:cNvSpPr>
            <a:spLocks noGrp="1"/>
          </p:cNvSpPr>
          <p:nvPr>
            <p:ph type="body" idx="1"/>
          </p:nvPr>
        </p:nvSpPr>
        <p:spPr/>
        <p:txBody>
          <a:bodyPr/>
          <a:lstStyle/>
          <a:p>
            <a:r>
              <a:rPr lang="en-US"/>
              <a:t>Provides a user interface for interacting with the data on a website</a:t>
            </a:r>
          </a:p>
          <a:p>
            <a:r>
              <a:rPr lang="en-US"/>
              <a:t>Interacts with an external server where data can be hosted</a:t>
            </a:r>
          </a:p>
          <a:p>
            <a:r>
              <a:rPr lang="en-US"/>
              <a:t>Gives information about the project</a:t>
            </a:r>
          </a:p>
        </p:txBody>
      </p:sp>
    </p:spTree>
    <p:extLst>
      <p:ext uri="{BB962C8B-B14F-4D97-AF65-F5344CB8AC3E}">
        <p14:creationId xmlns:p14="http://schemas.microsoft.com/office/powerpoint/2010/main" val="1395623033"/>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27</Slides>
  <Notes>10</Notes>
  <HiddenSlides>0</HiddenSlide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Simple Light</vt:lpstr>
      <vt:lpstr>PiRail Investigation</vt:lpstr>
      <vt:lpstr>ReactApp - Broad Structure</vt:lpstr>
      <vt:lpstr>App</vt:lpstr>
      <vt:lpstr>Home</vt:lpstr>
      <vt:lpstr>IMU</vt:lpstr>
      <vt:lpstr>Lidar</vt:lpstr>
      <vt:lpstr>LPCM</vt:lpstr>
      <vt:lpstr>Simulator</vt:lpstr>
      <vt:lpstr>ReactApp - Potential Work</vt:lpstr>
      <vt:lpstr>Representing IMU Data Over Time</vt:lpstr>
      <vt:lpstr>Machine Learning Module</vt:lpstr>
      <vt:lpstr>Overview</vt:lpstr>
      <vt:lpstr>Previously Implemented Models</vt:lpstr>
      <vt:lpstr>The Issue with Supervised Learning</vt:lpstr>
      <vt:lpstr>Unsupervised Learning</vt:lpstr>
      <vt:lpstr>GPS-PI Module</vt:lpstr>
      <vt:lpstr>Overview</vt:lpstr>
      <vt:lpstr>How does this apply to PiRail</vt:lpstr>
      <vt:lpstr>LIDAR Module</vt:lpstr>
      <vt:lpstr>Overview</vt:lpstr>
      <vt:lpstr>How LIDAR Module Works in PiRail</vt:lpstr>
      <vt:lpstr>Known Module</vt:lpstr>
      <vt:lpstr>Known Module </vt:lpstr>
      <vt:lpstr>Feature Codes</vt:lpstr>
      <vt:lpstr>Use Cases</vt:lpstr>
      <vt:lpstr>Webserver Module</vt:lpstr>
      <vt:lpstr>Webserver Module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cp:revision>
  <dcterms:modified xsi:type="dcterms:W3CDTF">2025-10-12T18:40:40Z</dcterms:modified>
</cp:coreProperties>
</file>